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presProps.xml" ContentType="application/vnd.openxmlformats-officedocument.presentationml.presProps+xml"/>
  <Override PartName="/ppt/slides/slide12.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2.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Lst>
  <p:sldSz cx="12192000" cy="6858000"/>
  <p:notesSz cx="7772400" cy="100584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Slide">
    <p:bg>
      <p:bgPr>
        <a:solidFill>
          <a:schemeClr val="lt1"/>
        </a:solidFill>
      </p:bgPr>
    </p:bg>
    <p:spTree>
      <p:nvGrpSpPr>
        <p:cNvPr id="1" name=""/>
        <p:cNvGrpSpPr/>
        <p:nvPr/>
      </p:nvGrpSpPr>
      <p:grpSpPr>
        <a:xfrm>
          <a:off x="0" y="0"/>
          <a:ext cx="0" cy="0"/>
          <a:chOff x="0" y="0"/>
          <a:chExt cx="0" cy="0"/>
        </a:xfrm>
      </p:grpSpPr>
      <p:sp>
        <p:nvSpPr>
          <p:cNvPr id="2" name="bg object 16"/>
          <p:cNvSpPr/>
          <p:nvPr/>
        </p:nvSpPr>
        <p:spPr>
          <a:xfrm>
            <a:off x="0" y="0"/>
            <a:ext cx="12191760" cy="1094400"/>
          </a:xfrm>
          <a:custGeom>
            <a:avLst/>
            <a:gdLst>
              <a:gd name="textAreaLeft" fmla="*/ 0 w 12191760"/>
              <a:gd name="textAreaRight" fmla="*/ 12192120 w 12191760"/>
              <a:gd name="textAreaTop" fmla="*/ 0 h 1094400"/>
              <a:gd name="textAreaBottom" fmla="*/ 1094760 h 1094400"/>
            </a:gdLst>
            <a:ahLst/>
            <a:cxnLst/>
            <a:rect l="textAreaLeft" t="textAreaTop" r="textAreaRight" b="textAreaBottom"/>
            <a:pathLst>
              <a:path w="12192000" h="1094740">
                <a:moveTo>
                  <a:pt x="12191999" y="1094703"/>
                </a:moveTo>
                <a:lnTo>
                  <a:pt x="0" y="1094703"/>
                </a:lnTo>
                <a:lnTo>
                  <a:pt x="0" y="0"/>
                </a:lnTo>
                <a:lnTo>
                  <a:pt x="12191999" y="0"/>
                </a:lnTo>
                <a:lnTo>
                  <a:pt x="12191999" y="1094703"/>
                </a:lnTo>
                <a:close/>
              </a:path>
            </a:pathLst>
          </a:custGeom>
          <a:solidFill>
            <a:srgbClr val="2F5496"/>
          </a:solidFill>
          <a:ln w="0">
            <a:noFill/>
          </a:ln>
        </p:spPr>
        <p:style>
          <a:lnRef idx="0"/>
          <a:fillRef idx="0"/>
          <a:effectRef idx="0"/>
          <a:fontRef idx="minor"/>
        </p:style>
        <p:txBody>
          <a:bodyPr lIns="0" tIns="0" rIns="0" bIns="0" anchor="t">
            <a:noAutofit/>
          </a:bodyPr>
          <a:p>
            <a:endParaRPr lang="en-US" sz="1800" b="0" u="none" strike="noStrike">
              <a:solidFill>
                <a:srgbClr val="FFFFFF"/>
              </a:solidFill>
              <a:effectLst/>
              <a:uFillTx/>
              <a:latin typeface="Arial"/>
            </a:endParaRPr>
          </a:p>
        </p:txBody>
      </p:sp>
      <p:sp>
        <p:nvSpPr>
          <p:cNvPr id="3" name="bg object 17"/>
          <p:cNvSpPr/>
          <p:nvPr/>
        </p:nvSpPr>
        <p:spPr>
          <a:xfrm>
            <a:off x="0" y="0"/>
            <a:ext cx="12191760" cy="1094400"/>
          </a:xfrm>
          <a:custGeom>
            <a:avLst/>
            <a:gdLst>
              <a:gd name="textAreaLeft" fmla="*/ 0 w 12191760"/>
              <a:gd name="textAreaRight" fmla="*/ 12192120 w 12191760"/>
              <a:gd name="textAreaTop" fmla="*/ 0 h 1094400"/>
              <a:gd name="textAreaBottom" fmla="*/ 1094760 h 1094400"/>
            </a:gdLst>
            <a:ahLst/>
            <a:cxnLst/>
            <a:rect l="textAreaLeft" t="textAreaTop" r="textAreaRight" b="textAreaBottom"/>
            <a:pathLst>
              <a:path w="12192000" h="1094740">
                <a:moveTo>
                  <a:pt x="0" y="0"/>
                </a:moveTo>
                <a:lnTo>
                  <a:pt x="12191999" y="0"/>
                </a:lnTo>
                <a:lnTo>
                  <a:pt x="12191999" y="1094703"/>
                </a:lnTo>
                <a:lnTo>
                  <a:pt x="0" y="1094703"/>
                </a:lnTo>
                <a:lnTo>
                  <a:pt x="0" y="0"/>
                </a:lnTo>
                <a:close/>
              </a:path>
            </a:pathLst>
          </a:custGeom>
          <a:noFill/>
          <a:ln w="12699">
            <a:solidFill>
              <a:srgbClr val="1B3052"/>
            </a:solidFill>
            <a:round/>
          </a:ln>
        </p:spPr>
        <p:style>
          <a:lnRef idx="0"/>
          <a:fillRef idx="0"/>
          <a:effectRef idx="0"/>
          <a:fontRef idx="minor"/>
        </p:style>
        <p:txBody>
          <a:bodyPr lIns="0" tIns="0" rIns="0" bIns="0" anchor="t">
            <a:noAutofit/>
          </a:bodyPr>
          <a:p>
            <a:endParaRPr lang="en-US" sz="1800" b="0" u="none" strike="noStrike">
              <a:solidFill>
                <a:srgbClr val="000000"/>
              </a:solidFill>
              <a:effectLst/>
              <a:uFillTx/>
              <a:latin typeface="Arial"/>
            </a:endParaRPr>
          </a:p>
        </p:txBody>
      </p:sp>
      <p:pic>
        <p:nvPicPr>
          <p:cNvPr id="4" name="bg object 18"/>
          <p:cNvPicPr/>
          <p:nvPr/>
        </p:nvPicPr>
        <p:blipFill>
          <a:blip r:embed="rId2"/>
          <a:stretch/>
        </p:blipFill>
        <p:spPr>
          <a:xfrm>
            <a:off x="0" y="0"/>
            <a:ext cx="1190880" cy="1107360"/>
          </a:xfrm>
          <a:prstGeom prst="rect">
            <a:avLst/>
          </a:prstGeom>
          <a:noFill/>
          <a:ln w="0">
            <a:noFill/>
          </a:ln>
        </p:spPr>
      </p:pic>
      <p:sp>
        <p:nvSpPr>
          <p:cNvPr id="5" name="PlaceHolder 1"/>
          <p:cNvSpPr>
            <a:spLocks noGrp="1"/>
          </p:cNvSpPr>
          <p:nvPr>
            <p:ph type="title"/>
          </p:nvPr>
        </p:nvSpPr>
        <p:spPr>
          <a:xfrm>
            <a:off x="5067000" y="360720"/>
            <a:ext cx="2130840" cy="1463760"/>
          </a:xfrm>
          <a:prstGeom prst="rect">
            <a:avLst/>
          </a:prstGeom>
          <a:noFill/>
          <a:ln w="0">
            <a:noFill/>
          </a:ln>
        </p:spPr>
        <p:txBody>
          <a:bodyPr lIns="0" tIns="0" rIns="0" bIns="0" anchor="t">
            <a:spAutoFit/>
          </a:bodyPr>
          <a:lstStyle>
            <a:lvl1pPr indent="0" algn="l">
              <a:buNone/>
              <a:defRPr lang="en-US" sz="3200" b="0" u="none" strike="noStrike">
                <a:solidFill>
                  <a:srgbClr val="000000"/>
                </a:solidFill>
                <a:effectLst/>
                <a:uFillTx/>
                <a:latin typeface="Calibri"/>
              </a:defRPr>
            </a:lvl1pPr>
          </a:lstStyle>
          <a:p>
            <a:pPr indent="0" algn="l">
              <a:buNone/>
            </a:pPr>
            <a:r>
              <a:rPr lang="en-US" sz="3200" b="0" u="none" strike="noStrike">
                <a:solidFill>
                  <a:srgbClr val="000000"/>
                </a:solidFill>
                <a:effectLst/>
                <a:uFillTx/>
                <a:latin typeface="Calibri"/>
              </a:rPr>
              <a:t>Clic</a:t>
            </a:r>
            <a:r>
              <a:rPr lang="en-US" sz="3200" b="0" u="none" strike="noStrike">
                <a:solidFill>
                  <a:srgbClr val="000000"/>
                </a:solidFill>
                <a:effectLst/>
                <a:uFillTx/>
                <a:latin typeface="Calibri"/>
              </a:rPr>
              <a:t>k to </a:t>
            </a:r>
            <a:r>
              <a:rPr lang="en-US" sz="3200" b="0" u="none" strike="noStrike">
                <a:solidFill>
                  <a:srgbClr val="000000"/>
                </a:solidFill>
                <a:effectLst/>
                <a:uFillTx/>
                <a:latin typeface="Calibri"/>
              </a:rPr>
              <a:t>edit </a:t>
            </a:r>
            <a:r>
              <a:rPr lang="en-US" sz="3200" b="0" u="none" strike="noStrike">
                <a:solidFill>
                  <a:srgbClr val="000000"/>
                </a:solidFill>
                <a:effectLst/>
                <a:uFillTx/>
                <a:latin typeface="Calibri"/>
              </a:rPr>
              <a:t>the </a:t>
            </a:r>
            <a:r>
              <a:rPr lang="en-US" sz="3200" b="0" u="none" strike="noStrike">
                <a:solidFill>
                  <a:srgbClr val="000000"/>
                </a:solidFill>
                <a:effectLst/>
                <a:uFillTx/>
                <a:latin typeface="Calibri"/>
              </a:rPr>
              <a:t>title </a:t>
            </a:r>
            <a:r>
              <a:rPr lang="en-US" sz="3200" b="0" u="none" strike="noStrike">
                <a:solidFill>
                  <a:srgbClr val="000000"/>
                </a:solidFill>
                <a:effectLst/>
                <a:uFillTx/>
                <a:latin typeface="Calibri"/>
              </a:rPr>
              <a:t>text </a:t>
            </a:r>
            <a:r>
              <a:rPr lang="en-US" sz="3200" b="0" u="none" strike="noStrike">
                <a:solidFill>
                  <a:srgbClr val="000000"/>
                </a:solidFill>
                <a:effectLst/>
                <a:uFillTx/>
                <a:latin typeface="Calibri"/>
              </a:rPr>
              <a:t>form</a:t>
            </a:r>
            <a:r>
              <a:rPr lang="en-US" sz="3200" b="0" u="none" strike="noStrike">
                <a:solidFill>
                  <a:srgbClr val="000000"/>
                </a:solidFill>
                <a:effectLst/>
                <a:uFillTx/>
                <a:latin typeface="Calibri"/>
              </a:rPr>
              <a:t>at</a:t>
            </a:r>
            <a:endParaRPr lang="en-US" sz="3200" b="0" u="none" strike="noStrike">
              <a:solidFill>
                <a:srgbClr val="000000"/>
              </a:solidFill>
              <a:effectLst/>
              <a:uFillTx/>
              <a:latin typeface="Calibri"/>
            </a:endParaRPr>
          </a:p>
        </p:txBody>
      </p:sp>
      <p:sp>
        <p:nvSpPr>
          <p:cNvPr id="6" name="PlaceHolder 2"/>
          <p:cNvSpPr>
            <a:spLocks noGrp="1"/>
          </p:cNvSpPr>
          <p:nvPr>
            <p:ph type="ftr" idx="1"/>
          </p:nvPr>
        </p:nvSpPr>
        <p:spPr>
          <a:xfrm>
            <a:off x="4074120" y="6441120"/>
            <a:ext cx="4679640" cy="228960"/>
          </a:xfrm>
          <a:prstGeom prst="rect">
            <a:avLst/>
          </a:prstGeom>
          <a:noFill/>
          <a:ln w="0">
            <a:noFill/>
          </a:ln>
        </p:spPr>
        <p:txBody>
          <a:bodyPr lIns="0" tIns="0" rIns="0" bIns="0" anchor="t">
            <a:noAutofit/>
          </a:bodyPr>
          <a:lstStyle>
            <a:lvl1pPr marL="12600" indent="0" algn="l">
              <a:lnSpc>
                <a:spcPts val="1664"/>
              </a:lnSpc>
              <a:buNone/>
              <a:defRPr lang="en-US" sz="1600" b="1" u="none" strike="noStrike">
                <a:solidFill>
                  <a:srgbClr val="888888"/>
                </a:solidFill>
                <a:effectLst/>
                <a:uFillTx/>
                <a:latin typeface="Cambria"/>
              </a:defRPr>
            </a:lvl1pPr>
          </a:lstStyle>
          <a:p>
            <a:pPr marL="12600" indent="0" algn="l">
              <a:lnSpc>
                <a:spcPts val="1664"/>
              </a:lnSpc>
              <a:buNone/>
            </a:pPr>
            <a:r>
              <a:rPr lang="en-US" sz="1600" b="1" u="none" strike="noStrike">
                <a:solidFill>
                  <a:srgbClr val="888888"/>
                </a:solidFill>
                <a:effectLst/>
                <a:uFillTx/>
                <a:latin typeface="Cambria"/>
              </a:rPr>
              <a:t> </a:t>
            </a:r>
            <a:endParaRPr lang="en-US" sz="1600" b="0" u="none" strike="noStrike">
              <a:solidFill>
                <a:srgbClr val="000000"/>
              </a:solidFill>
              <a:effectLst/>
              <a:uFillTx/>
              <a:latin typeface="Times New Roman"/>
            </a:endParaRPr>
          </a:p>
        </p:txBody>
      </p:sp>
      <p:sp>
        <p:nvSpPr>
          <p:cNvPr id="7" name="PlaceHolder 3"/>
          <p:cNvSpPr>
            <a:spLocks noGrp="1"/>
          </p:cNvSpPr>
          <p:nvPr>
            <p:ph type="dt" idx="2"/>
          </p:nvPr>
        </p:nvSpPr>
        <p:spPr>
          <a:xfrm>
            <a:off x="179640" y="6441120"/>
            <a:ext cx="1124280" cy="228960"/>
          </a:xfrm>
          <a:prstGeom prst="rect">
            <a:avLst/>
          </a:prstGeom>
          <a:noFill/>
          <a:ln w="0">
            <a:noFill/>
          </a:ln>
        </p:spPr>
        <p:txBody>
          <a:bodyPr lIns="0" tIns="0" rIns="0" bIns="0" anchor="t">
            <a:noAutofit/>
          </a:bodyPr>
          <a:lstStyle>
            <a:lvl1pPr marL="12600" indent="0" algn="l">
              <a:lnSpc>
                <a:spcPts val="1664"/>
              </a:lnSpc>
              <a:buNone/>
              <a:defRPr lang="en-US" sz="1600" b="1" u="none" spc="-20" strike="noStrike">
                <a:solidFill>
                  <a:srgbClr val="888888"/>
                </a:solidFill>
                <a:effectLst/>
                <a:uFillTx/>
                <a:latin typeface="Cambria"/>
              </a:defRPr>
            </a:lvl1pPr>
          </a:lstStyle>
          <a:p>
            <a:pPr marL="12600" indent="0" algn="l">
              <a:lnSpc>
                <a:spcPts val="1664"/>
              </a:lnSpc>
              <a:buNone/>
            </a:pPr>
            <a:r>
              <a:rPr lang="en-US" sz="1600" b="1" u="none" spc="-20" strike="noStrike">
                <a:solidFill>
                  <a:srgbClr val="888888"/>
                </a:solidFill>
                <a:effectLst/>
                <a:uFillTx/>
                <a:latin typeface="Cambria"/>
              </a:rPr>
              <a:t> </a:t>
            </a:r>
            <a:endParaRPr lang="en-US" sz="1600" b="0" u="none" strike="noStrike">
              <a:solidFill>
                <a:srgbClr val="000000"/>
              </a:solidFill>
              <a:effectLst/>
              <a:uFillTx/>
              <a:latin typeface="Times New Roman"/>
            </a:endParaRPr>
          </a:p>
        </p:txBody>
      </p:sp>
      <p:sp>
        <p:nvSpPr>
          <p:cNvPr id="8" name="PlaceHolder 4"/>
          <p:cNvSpPr>
            <a:spLocks noGrp="1"/>
          </p:cNvSpPr>
          <p:nvPr>
            <p:ph type="sldNum" idx="3"/>
          </p:nvPr>
        </p:nvSpPr>
        <p:spPr>
          <a:xfrm>
            <a:off x="11841120" y="6441120"/>
            <a:ext cx="209160" cy="228960"/>
          </a:xfrm>
          <a:prstGeom prst="rect">
            <a:avLst/>
          </a:prstGeom>
          <a:noFill/>
          <a:ln w="0">
            <a:noFill/>
          </a:ln>
        </p:spPr>
        <p:txBody>
          <a:bodyPr lIns="0" tIns="0" rIns="0" bIns="0" anchor="t">
            <a:noAutofit/>
          </a:bodyPr>
          <a:lstStyle>
            <a:lvl1pPr marL="38160" indent="0" algn="l">
              <a:lnSpc>
                <a:spcPts val="1664"/>
              </a:lnSpc>
              <a:buNone/>
              <a:defRPr lang="en-US" sz="1600" b="1" u="none" spc="-51" strike="noStrike">
                <a:solidFill>
                  <a:srgbClr val="888888"/>
                </a:solidFill>
                <a:effectLst/>
                <a:uFillTx/>
                <a:latin typeface="Cambria"/>
              </a:defRPr>
            </a:lvl1pPr>
          </a:lstStyle>
          <a:p>
            <a:pPr marL="38160" indent="0" algn="l">
              <a:lnSpc>
                <a:spcPts val="1664"/>
              </a:lnSpc>
              <a:buNone/>
            </a:pPr>
            <a:fld id="{C59277F8-694F-47C0-ADF5-DC0809EFB419}" type="slidenum">
              <a:rPr lang="en-US" sz="1600" b="1" u="none" spc="-51" strike="noStrike">
                <a:solidFill>
                  <a:srgbClr val="888888"/>
                </a:solidFill>
                <a:effectLst/>
                <a:uFillTx/>
                <a:latin typeface="Cambria"/>
              </a:rPr>
              <a:t>6</a:t>
            </a:fld>
            <a:endParaRPr lang="en-US" sz="16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chemeClr val="lt1"/>
        </a:solidFill>
      </p:bgPr>
    </p:bg>
    <p:spTree>
      <p:nvGrpSpPr>
        <p:cNvPr id="1" name=""/>
        <p:cNvGrpSpPr/>
        <p:nvPr/>
      </p:nvGrpSpPr>
      <p:grpSpPr>
        <a:xfrm>
          <a:off x="0" y="0"/>
          <a:ext cx="0" cy="0"/>
          <a:chOff x="0" y="0"/>
          <a:chExt cx="0" cy="0"/>
        </a:xfrm>
      </p:grpSpPr>
      <p:sp>
        <p:nvSpPr>
          <p:cNvPr id="9" name="bg object 16"/>
          <p:cNvSpPr/>
          <p:nvPr/>
        </p:nvSpPr>
        <p:spPr>
          <a:xfrm>
            <a:off x="0" y="0"/>
            <a:ext cx="12191760" cy="1094400"/>
          </a:xfrm>
          <a:custGeom>
            <a:avLst/>
            <a:gdLst>
              <a:gd name="textAreaLeft" fmla="*/ 0 w 12191760"/>
              <a:gd name="textAreaRight" fmla="*/ 12192120 w 12191760"/>
              <a:gd name="textAreaTop" fmla="*/ 0 h 1094400"/>
              <a:gd name="textAreaBottom" fmla="*/ 1094760 h 1094400"/>
            </a:gdLst>
            <a:ahLst/>
            <a:cxnLst/>
            <a:rect l="textAreaLeft" t="textAreaTop" r="textAreaRight" b="textAreaBottom"/>
            <a:pathLst>
              <a:path w="12192000" h="1094740">
                <a:moveTo>
                  <a:pt x="12191999" y="1094703"/>
                </a:moveTo>
                <a:lnTo>
                  <a:pt x="0" y="1094703"/>
                </a:lnTo>
                <a:lnTo>
                  <a:pt x="0" y="0"/>
                </a:lnTo>
                <a:lnTo>
                  <a:pt x="12191999" y="0"/>
                </a:lnTo>
                <a:lnTo>
                  <a:pt x="12191999" y="1094703"/>
                </a:lnTo>
                <a:close/>
              </a:path>
            </a:pathLst>
          </a:custGeom>
          <a:solidFill>
            <a:srgbClr val="2F5496"/>
          </a:solidFill>
          <a:ln w="0">
            <a:noFill/>
          </a:ln>
        </p:spPr>
        <p:style>
          <a:lnRef idx="0"/>
          <a:fillRef idx="0"/>
          <a:effectRef idx="0"/>
          <a:fontRef idx="minor"/>
        </p:style>
        <p:txBody>
          <a:bodyPr lIns="0" tIns="0" rIns="0" bIns="0" anchor="t">
            <a:noAutofit/>
          </a:bodyPr>
          <a:p>
            <a:endParaRPr lang="en-US" sz="1800" b="0" u="none" strike="noStrike">
              <a:solidFill>
                <a:srgbClr val="FFFFFF"/>
              </a:solidFill>
              <a:effectLst/>
              <a:uFillTx/>
              <a:latin typeface="Arial"/>
            </a:endParaRPr>
          </a:p>
        </p:txBody>
      </p:sp>
      <p:sp>
        <p:nvSpPr>
          <p:cNvPr id="10" name="bg object 17"/>
          <p:cNvSpPr/>
          <p:nvPr/>
        </p:nvSpPr>
        <p:spPr>
          <a:xfrm>
            <a:off x="0" y="0"/>
            <a:ext cx="12191760" cy="1094400"/>
          </a:xfrm>
          <a:custGeom>
            <a:avLst/>
            <a:gdLst>
              <a:gd name="textAreaLeft" fmla="*/ 0 w 12191760"/>
              <a:gd name="textAreaRight" fmla="*/ 12192120 w 12191760"/>
              <a:gd name="textAreaTop" fmla="*/ 0 h 1094400"/>
              <a:gd name="textAreaBottom" fmla="*/ 1094760 h 1094400"/>
            </a:gdLst>
            <a:ahLst/>
            <a:cxnLst/>
            <a:rect l="textAreaLeft" t="textAreaTop" r="textAreaRight" b="textAreaBottom"/>
            <a:pathLst>
              <a:path w="12192000" h="1094740">
                <a:moveTo>
                  <a:pt x="0" y="0"/>
                </a:moveTo>
                <a:lnTo>
                  <a:pt x="12191999" y="0"/>
                </a:lnTo>
                <a:lnTo>
                  <a:pt x="12191999" y="1094703"/>
                </a:lnTo>
                <a:lnTo>
                  <a:pt x="0" y="1094703"/>
                </a:lnTo>
                <a:lnTo>
                  <a:pt x="0" y="0"/>
                </a:lnTo>
                <a:close/>
              </a:path>
            </a:pathLst>
          </a:custGeom>
          <a:noFill/>
          <a:ln w="12699">
            <a:solidFill>
              <a:srgbClr val="1B3052"/>
            </a:solidFill>
            <a:round/>
          </a:ln>
        </p:spPr>
        <p:style>
          <a:lnRef idx="0"/>
          <a:fillRef idx="0"/>
          <a:effectRef idx="0"/>
          <a:fontRef idx="minor"/>
        </p:style>
        <p:txBody>
          <a:bodyPr lIns="0" tIns="0" rIns="0" bIns="0" anchor="t">
            <a:noAutofit/>
          </a:bodyPr>
          <a:p>
            <a:endParaRPr lang="en-US" sz="1800" b="0" u="none" strike="noStrike">
              <a:solidFill>
                <a:srgbClr val="000000"/>
              </a:solidFill>
              <a:effectLst/>
              <a:uFillTx/>
              <a:latin typeface="Arial"/>
            </a:endParaRPr>
          </a:p>
        </p:txBody>
      </p:sp>
      <p:pic>
        <p:nvPicPr>
          <p:cNvPr id="11" name="bg object 18"/>
          <p:cNvPicPr/>
          <p:nvPr/>
        </p:nvPicPr>
        <p:blipFill>
          <a:blip r:embed="rId2"/>
          <a:stretch/>
        </p:blipFill>
        <p:spPr>
          <a:xfrm>
            <a:off x="0" y="0"/>
            <a:ext cx="1190880" cy="1107360"/>
          </a:xfrm>
          <a:prstGeom prst="rect">
            <a:avLst/>
          </a:prstGeom>
          <a:noFill/>
          <a:ln w="0">
            <a:noFill/>
          </a:ln>
        </p:spPr>
      </p:pic>
      <p:sp>
        <p:nvSpPr>
          <p:cNvPr id="12" name="PlaceHolder 1"/>
          <p:cNvSpPr>
            <a:spLocks noGrp="1"/>
          </p:cNvSpPr>
          <p:nvPr>
            <p:ph type="title"/>
          </p:nvPr>
        </p:nvSpPr>
        <p:spPr>
          <a:xfrm>
            <a:off x="1349640" y="326520"/>
            <a:ext cx="10254240" cy="533520"/>
          </a:xfrm>
          <a:prstGeom prst="rect">
            <a:avLst/>
          </a:prstGeom>
          <a:noFill/>
          <a:ln w="0">
            <a:noFill/>
          </a:ln>
        </p:spPr>
        <p:txBody>
          <a:bodyPr lIns="0" tIns="0" rIns="0" bIns="0" anchor="t">
            <a:noAutofit/>
          </a:bodyPr>
          <a:lstStyle>
            <a:lvl1pPr indent="0" algn="l">
              <a:buNone/>
              <a:defRPr lang="en-US" sz="3200" b="0" u="none" strike="noStrike">
                <a:solidFill>
                  <a:srgbClr val="000000"/>
                </a:solidFill>
                <a:effectLst/>
                <a:uFillTx/>
                <a:latin typeface="Calibri"/>
              </a:defRPr>
            </a:lvl1pPr>
          </a:lstStyle>
          <a:p>
            <a:pPr indent="0" algn="l">
              <a:buNone/>
            </a:pPr>
            <a:r>
              <a:rPr lang="en-US" sz="3200" b="0" u="none" strike="noStrike">
                <a:solidFill>
                  <a:srgbClr val="000000"/>
                </a:solidFill>
                <a:effectLst/>
                <a:uFillTx/>
                <a:latin typeface="Calibri"/>
              </a:rPr>
              <a:t>Clic</a:t>
            </a:r>
            <a:r>
              <a:rPr lang="en-US" sz="3200" b="0" u="none" strike="noStrike">
                <a:solidFill>
                  <a:srgbClr val="000000"/>
                </a:solidFill>
                <a:effectLst/>
                <a:uFillTx/>
                <a:latin typeface="Calibri"/>
              </a:rPr>
              <a:t>k to </a:t>
            </a:r>
            <a:r>
              <a:rPr lang="en-US" sz="3200" b="0" u="none" strike="noStrike">
                <a:solidFill>
                  <a:srgbClr val="000000"/>
                </a:solidFill>
                <a:effectLst/>
                <a:uFillTx/>
                <a:latin typeface="Calibri"/>
              </a:rPr>
              <a:t>edit </a:t>
            </a:r>
            <a:r>
              <a:rPr lang="en-US" sz="3200" b="0" u="none" strike="noStrike">
                <a:solidFill>
                  <a:srgbClr val="000000"/>
                </a:solidFill>
                <a:effectLst/>
                <a:uFillTx/>
                <a:latin typeface="Calibri"/>
              </a:rPr>
              <a:t>the </a:t>
            </a:r>
            <a:r>
              <a:rPr lang="en-US" sz="3200" b="0" u="none" strike="noStrike">
                <a:solidFill>
                  <a:srgbClr val="000000"/>
                </a:solidFill>
                <a:effectLst/>
                <a:uFillTx/>
                <a:latin typeface="Calibri"/>
              </a:rPr>
              <a:t>title </a:t>
            </a:r>
            <a:r>
              <a:rPr lang="en-US" sz="3200" b="0" u="none" strike="noStrike">
                <a:solidFill>
                  <a:srgbClr val="000000"/>
                </a:solidFill>
                <a:effectLst/>
                <a:uFillTx/>
                <a:latin typeface="Calibri"/>
              </a:rPr>
              <a:t>text </a:t>
            </a:r>
            <a:r>
              <a:rPr lang="en-US" sz="3200" b="0" u="none" strike="noStrike">
                <a:solidFill>
                  <a:srgbClr val="000000"/>
                </a:solidFill>
                <a:effectLst/>
                <a:uFillTx/>
                <a:latin typeface="Calibri"/>
              </a:rPr>
              <a:t>form</a:t>
            </a:r>
            <a:r>
              <a:rPr lang="en-US" sz="3200" b="0" u="none" strike="noStrike">
                <a:solidFill>
                  <a:srgbClr val="000000"/>
                </a:solidFill>
                <a:effectLst/>
                <a:uFillTx/>
                <a:latin typeface="Calibri"/>
              </a:rPr>
              <a:t>at</a:t>
            </a:r>
            <a:endParaRPr lang="en-US" sz="3200" b="0" u="none" strike="noStrike">
              <a:solidFill>
                <a:srgbClr val="000000"/>
              </a:solidFill>
              <a:effectLst/>
              <a:uFillTx/>
              <a:latin typeface="Calibri"/>
            </a:endParaRPr>
          </a:p>
        </p:txBody>
      </p:sp>
      <p:sp>
        <p:nvSpPr>
          <p:cNvPr id="13" name="PlaceHolder 2"/>
          <p:cNvSpPr>
            <a:spLocks noGrp="1"/>
          </p:cNvSpPr>
          <p:nvPr>
            <p:ph type="body"/>
          </p:nvPr>
        </p:nvSpPr>
        <p:spPr>
          <a:xfrm>
            <a:off x="901800" y="1044360"/>
            <a:ext cx="5309640" cy="4140000"/>
          </a:xfrm>
          <a:prstGeom prst="rect">
            <a:avLst/>
          </a:prstGeom>
          <a:noFill/>
          <a:ln w="0">
            <a:noFill/>
          </a:ln>
        </p:spPr>
        <p:txBody>
          <a:bodyPr lIns="0" tIns="0" rIns="0" bIns="0" anchor="t">
            <a:noAutofit/>
          </a:bodyPr>
          <a:lstStyle>
            <a:lvl1pPr algn="l">
              <a:spcBef>
                <a:spcPts val="1417"/>
              </a:spcBef>
              <a:buClr>
                <a:srgbClr val="000000"/>
              </a:buClr>
              <a:buSzPct val="45000"/>
              <a:buFont typeface="Wingdings" charset="2"/>
              <a:buChar char=""/>
              <a:defRPr lang="en-US" sz="3000" b="0" u="none" strike="noStrike">
                <a:solidFill>
                  <a:srgbClr val="000000"/>
                </a:solidFill>
                <a:effectLst/>
                <a:uFillTx/>
                <a:latin typeface="Calibri"/>
              </a:defRPr>
            </a:lvl1pPr>
            <a:lvl2pPr lvl="1" algn="l">
              <a:spcBef>
                <a:spcPts val="1134"/>
              </a:spcBef>
              <a:buClr>
                <a:srgbClr val="000000"/>
              </a:buClr>
              <a:buSzPct val="75000"/>
              <a:buFont typeface="Symbol" charset="2"/>
              <a:buChar char=""/>
              <a:defRPr lang="en-US" sz="3000" b="0" u="none" strike="noStrike">
                <a:solidFill>
                  <a:srgbClr val="000000"/>
                </a:solidFill>
                <a:effectLst/>
                <a:uFillTx/>
                <a:latin typeface="Calibri"/>
              </a:defRPr>
            </a:lvl2pPr>
            <a:lvl3pPr lvl="2" algn="l">
              <a:spcBef>
                <a:spcPts val="850"/>
              </a:spcBef>
              <a:buClr>
                <a:srgbClr val="000000"/>
              </a:buClr>
              <a:buSzPct val="45000"/>
              <a:buFont typeface="Wingdings" charset="2"/>
              <a:buChar char=""/>
              <a:defRPr lang="en-US" sz="3000" b="0" u="none" strike="noStrike">
                <a:solidFill>
                  <a:srgbClr val="000000"/>
                </a:solidFill>
                <a:effectLst/>
                <a:uFillTx/>
                <a:latin typeface="Calibri"/>
              </a:defRPr>
            </a:lvl3pPr>
            <a:lvl4pPr lvl="3" algn="l">
              <a:spcBef>
                <a:spcPts val="567"/>
              </a:spcBef>
              <a:buClr>
                <a:srgbClr val="000000"/>
              </a:buClr>
              <a:buSzPct val="75000"/>
              <a:buFont typeface="Symbol" charset="2"/>
              <a:buChar char=""/>
              <a:defRPr lang="en-US" sz="3000" b="0" u="none" strike="noStrike">
                <a:solidFill>
                  <a:srgbClr val="000000"/>
                </a:solidFill>
                <a:effectLst/>
                <a:uFillTx/>
                <a:latin typeface="Calibri"/>
              </a:defRPr>
            </a:lvl4pPr>
            <a:lvl5pPr lvl="4" algn="l">
              <a:spcBef>
                <a:spcPts val="283"/>
              </a:spcBef>
              <a:buClr>
                <a:srgbClr val="000000"/>
              </a:buClr>
              <a:buSzPct val="45000"/>
              <a:buFont typeface="Wingdings" charset="2"/>
              <a:buChar char=""/>
              <a:defRPr lang="en-US" sz="3000" b="0" u="none" strike="noStrike">
                <a:solidFill>
                  <a:srgbClr val="000000"/>
                </a:solidFill>
                <a:effectLst/>
                <a:uFillTx/>
                <a:latin typeface="Calibri"/>
              </a:defRPr>
            </a:lvl5pPr>
            <a:lvl6pPr lvl="5" algn="l">
              <a:spcBef>
                <a:spcPts val="283"/>
              </a:spcBef>
              <a:buClr>
                <a:srgbClr val="000000"/>
              </a:buClr>
              <a:buSzPct val="45000"/>
              <a:buFont typeface="Wingdings" charset="2"/>
              <a:buChar char=""/>
              <a:defRPr lang="en-US" sz="3000" b="0" u="none" strike="noStrike">
                <a:solidFill>
                  <a:srgbClr val="000000"/>
                </a:solidFill>
                <a:effectLst/>
                <a:uFillTx/>
                <a:latin typeface="Calibri"/>
              </a:defRPr>
            </a:lvl6pPr>
            <a:lvl7pPr lvl="6" algn="l">
              <a:spcBef>
                <a:spcPts val="283"/>
              </a:spcBef>
              <a:buClr>
                <a:srgbClr val="000000"/>
              </a:buClr>
              <a:buSzPct val="45000"/>
              <a:buFont typeface="Wingdings" charset="2"/>
              <a:buChar char=""/>
              <a:defRPr lang="en-US" sz="3000" b="0" u="none" strike="noStrike">
                <a:solidFill>
                  <a:srgbClr val="000000"/>
                </a:solidFill>
                <a:effectLst/>
                <a:uFillTx/>
                <a:latin typeface="Calibri"/>
              </a:defRPr>
            </a:lvl7pPr>
          </a:lstStyle>
          <a:p>
            <a:pPr indent="-324000" algn="l">
              <a:spcBef>
                <a:spcPts val="1417"/>
              </a:spcBef>
              <a:buClr>
                <a:srgbClr val="000000"/>
              </a:buClr>
              <a:buSzPct val="45000"/>
              <a:buFont typeface="Wingdings" charset="2"/>
              <a:buChar char=""/>
            </a:pPr>
            <a:r>
              <a:rPr lang="en-US" sz="3000" b="0" u="none" strike="noStrike">
                <a:solidFill>
                  <a:srgbClr val="000000"/>
                </a:solidFill>
                <a:effectLst/>
                <a:uFillTx/>
                <a:latin typeface="Calibri"/>
              </a:rPr>
              <a:t>Click to edit the outline text format</a:t>
            </a:r>
            <a:endParaRPr lang="en-US" sz="3000" b="0" u="none" strike="noStrike">
              <a:solidFill>
                <a:srgbClr val="000000"/>
              </a:solidFill>
              <a:effectLst/>
              <a:uFillTx/>
              <a:latin typeface="Calibri"/>
            </a:endParaRPr>
          </a:p>
          <a:p>
            <a:pPr marL="457200" lvl="1" indent="-324000" algn="l">
              <a:spcBef>
                <a:spcPts val="1134"/>
              </a:spcBef>
              <a:buClr>
                <a:srgbClr val="000000"/>
              </a:buClr>
              <a:buSzPct val="75000"/>
              <a:buFont typeface="Symbol" charset="2"/>
              <a:buChar char=""/>
            </a:pPr>
            <a:r>
              <a:rPr lang="en-US" sz="3000" b="0" u="none" strike="noStrike">
                <a:solidFill>
                  <a:srgbClr val="000000"/>
                </a:solidFill>
                <a:effectLst/>
                <a:uFillTx/>
                <a:latin typeface="Calibri"/>
              </a:rPr>
              <a:t>Second Outline Level</a:t>
            </a:r>
            <a:endParaRPr lang="en-US" sz="3000" b="0" u="none" strike="noStrike">
              <a:solidFill>
                <a:srgbClr val="000000"/>
              </a:solidFill>
              <a:effectLst/>
              <a:uFillTx/>
              <a:latin typeface="Calibri"/>
            </a:endParaRPr>
          </a:p>
          <a:p>
            <a:pPr marL="914400" lvl="2" indent="-288000" algn="l">
              <a:spcBef>
                <a:spcPts val="850"/>
              </a:spcBef>
              <a:buClr>
                <a:srgbClr val="000000"/>
              </a:buClr>
              <a:buSzPct val="45000"/>
              <a:buFont typeface="Wingdings" charset="2"/>
              <a:buChar char=""/>
            </a:pPr>
            <a:r>
              <a:rPr lang="en-US" sz="3000" b="0" u="none" strike="noStrike">
                <a:solidFill>
                  <a:srgbClr val="000000"/>
                </a:solidFill>
                <a:effectLst/>
                <a:uFillTx/>
                <a:latin typeface="Calibri"/>
              </a:rPr>
              <a:t>Third Outline Level</a:t>
            </a:r>
            <a:endParaRPr lang="en-US" sz="3000" b="0" u="none" strike="noStrike">
              <a:solidFill>
                <a:srgbClr val="000000"/>
              </a:solidFill>
              <a:effectLst/>
              <a:uFillTx/>
              <a:latin typeface="Calibri"/>
            </a:endParaRPr>
          </a:p>
          <a:p>
            <a:pPr marL="1371600" lvl="3" indent="-216000" algn="l">
              <a:spcBef>
                <a:spcPts val="567"/>
              </a:spcBef>
              <a:buClr>
                <a:srgbClr val="000000"/>
              </a:buClr>
              <a:buSzPct val="75000"/>
              <a:buFont typeface="Symbol" charset="2"/>
              <a:buChar char=""/>
            </a:pPr>
            <a:r>
              <a:rPr lang="en-US" sz="3000" b="0" u="none" strike="noStrike">
                <a:solidFill>
                  <a:srgbClr val="000000"/>
                </a:solidFill>
                <a:effectLst/>
                <a:uFillTx/>
                <a:latin typeface="Calibri"/>
              </a:rPr>
              <a:t>Fourth Outline Level</a:t>
            </a:r>
            <a:endParaRPr lang="en-US" sz="3000" b="0" u="none" strike="noStrike">
              <a:solidFill>
                <a:srgbClr val="000000"/>
              </a:solidFill>
              <a:effectLst/>
              <a:uFillTx/>
              <a:latin typeface="Calibri"/>
            </a:endParaRPr>
          </a:p>
          <a:p>
            <a:pPr marL="1828800" lvl="4" indent="-216000" algn="l">
              <a:spcBef>
                <a:spcPts val="283"/>
              </a:spcBef>
              <a:buClr>
                <a:srgbClr val="000000"/>
              </a:buClr>
              <a:buSzPct val="45000"/>
              <a:buFont typeface="Wingdings" charset="2"/>
              <a:buChar char=""/>
            </a:pPr>
            <a:r>
              <a:rPr lang="en-US" sz="3000" b="0" u="none" strike="noStrike">
                <a:solidFill>
                  <a:srgbClr val="000000"/>
                </a:solidFill>
                <a:effectLst/>
                <a:uFillTx/>
                <a:latin typeface="Calibri"/>
              </a:rPr>
              <a:t>Fifth Outline Level</a:t>
            </a:r>
            <a:endParaRPr lang="en-US" sz="3000" b="0" u="none" strike="noStrike">
              <a:solidFill>
                <a:srgbClr val="000000"/>
              </a:solidFill>
              <a:effectLst/>
              <a:uFillTx/>
              <a:latin typeface="Calibri"/>
            </a:endParaRPr>
          </a:p>
          <a:p>
            <a:pPr marL="2286000" lvl="5" indent="-216000" algn="l">
              <a:spcBef>
                <a:spcPts val="283"/>
              </a:spcBef>
              <a:buClr>
                <a:srgbClr val="000000"/>
              </a:buClr>
              <a:buSzPct val="45000"/>
              <a:buFont typeface="Wingdings" charset="2"/>
              <a:buChar char=""/>
            </a:pPr>
            <a:r>
              <a:rPr lang="en-US" sz="3000" b="0" u="none" strike="noStrike">
                <a:solidFill>
                  <a:srgbClr val="000000"/>
                </a:solidFill>
                <a:effectLst/>
                <a:uFillTx/>
                <a:latin typeface="Calibri"/>
              </a:rPr>
              <a:t>Sixth Outline Level</a:t>
            </a:r>
            <a:endParaRPr lang="en-US" sz="3000" b="0" u="none" strike="noStrike">
              <a:solidFill>
                <a:srgbClr val="000000"/>
              </a:solidFill>
              <a:effectLst/>
              <a:uFillTx/>
              <a:latin typeface="Calibri"/>
            </a:endParaRPr>
          </a:p>
          <a:p>
            <a:pPr marL="2743200" lvl="6" indent="-216000" algn="l">
              <a:spcBef>
                <a:spcPts val="283"/>
              </a:spcBef>
              <a:buClr>
                <a:srgbClr val="000000"/>
              </a:buClr>
              <a:buSzPct val="45000"/>
              <a:buFont typeface="Wingdings" charset="2"/>
              <a:buChar char=""/>
            </a:pPr>
            <a:r>
              <a:rPr lang="en-US" sz="3000" b="0" u="none" strike="noStrike">
                <a:solidFill>
                  <a:srgbClr val="000000"/>
                </a:solidFill>
                <a:effectLst/>
                <a:uFillTx/>
                <a:latin typeface="Calibri"/>
              </a:rPr>
              <a:t>Seventh Outline Level</a:t>
            </a:r>
            <a:endParaRPr lang="en-US" sz="3000" b="0" u="none" strike="noStrike">
              <a:solidFill>
                <a:srgbClr val="000000"/>
              </a:solidFill>
              <a:effectLst/>
              <a:uFillTx/>
              <a:latin typeface="Calibri"/>
            </a:endParaRPr>
          </a:p>
        </p:txBody>
      </p:sp>
      <p:sp>
        <p:nvSpPr>
          <p:cNvPr id="14" name="PlaceHolder 3"/>
          <p:cNvSpPr>
            <a:spLocks noGrp="1"/>
          </p:cNvSpPr>
          <p:nvPr>
            <p:ph type="ftr" idx="4"/>
          </p:nvPr>
        </p:nvSpPr>
        <p:spPr>
          <a:xfrm>
            <a:off x="4074120" y="6441120"/>
            <a:ext cx="4679640" cy="228960"/>
          </a:xfrm>
          <a:prstGeom prst="rect">
            <a:avLst/>
          </a:prstGeom>
          <a:noFill/>
          <a:ln w="0">
            <a:noFill/>
          </a:ln>
        </p:spPr>
        <p:txBody>
          <a:bodyPr lIns="0" tIns="0" rIns="0" bIns="0" anchor="t">
            <a:noAutofit/>
          </a:bodyPr>
          <a:lstStyle>
            <a:lvl1pPr marL="12600" indent="0" algn="l">
              <a:lnSpc>
                <a:spcPts val="1664"/>
              </a:lnSpc>
              <a:buNone/>
              <a:defRPr lang="en-US" sz="1600" b="1" u="none" strike="noStrike">
                <a:solidFill>
                  <a:srgbClr val="888888"/>
                </a:solidFill>
                <a:effectLst/>
                <a:uFillTx/>
                <a:latin typeface="Cambria"/>
              </a:defRPr>
            </a:lvl1pPr>
          </a:lstStyle>
          <a:p>
            <a:pPr marL="12600" indent="0" algn="l">
              <a:lnSpc>
                <a:spcPts val="1664"/>
              </a:lnSpc>
              <a:buNone/>
            </a:pPr>
            <a:r>
              <a:rPr lang="en-US" sz="1600" b="1" u="none" strike="noStrike">
                <a:solidFill>
                  <a:srgbClr val="888888"/>
                </a:solidFill>
                <a:effectLst/>
                <a:uFillTx/>
                <a:latin typeface="Cambria"/>
              </a:rPr>
              <a:t> </a:t>
            </a:r>
            <a:endParaRPr lang="en-US" sz="1600" b="0" u="none" strike="noStrike">
              <a:solidFill>
                <a:srgbClr val="000000"/>
              </a:solidFill>
              <a:effectLst/>
              <a:uFillTx/>
              <a:latin typeface="Times New Roman"/>
            </a:endParaRPr>
          </a:p>
        </p:txBody>
      </p:sp>
      <p:sp>
        <p:nvSpPr>
          <p:cNvPr id="15" name="PlaceHolder 4"/>
          <p:cNvSpPr>
            <a:spLocks noGrp="1"/>
          </p:cNvSpPr>
          <p:nvPr>
            <p:ph type="dt" idx="5"/>
          </p:nvPr>
        </p:nvSpPr>
        <p:spPr>
          <a:xfrm>
            <a:off x="179640" y="6441120"/>
            <a:ext cx="1124280" cy="228960"/>
          </a:xfrm>
          <a:prstGeom prst="rect">
            <a:avLst/>
          </a:prstGeom>
          <a:noFill/>
          <a:ln w="0">
            <a:noFill/>
          </a:ln>
        </p:spPr>
        <p:txBody>
          <a:bodyPr lIns="0" tIns="0" rIns="0" bIns="0" anchor="t">
            <a:noAutofit/>
          </a:bodyPr>
          <a:lstStyle>
            <a:lvl1pPr marL="12600" indent="0" algn="l">
              <a:lnSpc>
                <a:spcPts val="1664"/>
              </a:lnSpc>
              <a:buNone/>
              <a:defRPr lang="en-US" sz="1600" b="1" u="none" spc="-20" strike="noStrike">
                <a:solidFill>
                  <a:srgbClr val="888888"/>
                </a:solidFill>
                <a:effectLst/>
                <a:uFillTx/>
                <a:latin typeface="Cambria"/>
              </a:defRPr>
            </a:lvl1pPr>
          </a:lstStyle>
          <a:p>
            <a:pPr marL="12600" indent="0" algn="l">
              <a:lnSpc>
                <a:spcPts val="1664"/>
              </a:lnSpc>
              <a:buNone/>
            </a:pPr>
            <a:r>
              <a:rPr lang="en-US" sz="1600" b="1" u="none" spc="-20" strike="noStrike">
                <a:solidFill>
                  <a:srgbClr val="888888"/>
                </a:solidFill>
                <a:effectLst/>
                <a:uFillTx/>
                <a:latin typeface="Cambria"/>
              </a:rPr>
              <a:t> </a:t>
            </a:r>
            <a:endParaRPr lang="en-US" sz="1600" b="0" u="none" strike="noStrike">
              <a:solidFill>
                <a:srgbClr val="000000"/>
              </a:solidFill>
              <a:effectLst/>
              <a:uFillTx/>
              <a:latin typeface="Times New Roman"/>
            </a:endParaRPr>
          </a:p>
        </p:txBody>
      </p:sp>
      <p:sp>
        <p:nvSpPr>
          <p:cNvPr id="16" name="PlaceHolder 5"/>
          <p:cNvSpPr>
            <a:spLocks noGrp="1"/>
          </p:cNvSpPr>
          <p:nvPr>
            <p:ph type="sldNum" idx="6"/>
          </p:nvPr>
        </p:nvSpPr>
        <p:spPr>
          <a:xfrm>
            <a:off x="11841120" y="6441120"/>
            <a:ext cx="209160" cy="228960"/>
          </a:xfrm>
          <a:prstGeom prst="rect">
            <a:avLst/>
          </a:prstGeom>
          <a:noFill/>
          <a:ln w="0">
            <a:noFill/>
          </a:ln>
        </p:spPr>
        <p:txBody>
          <a:bodyPr lIns="0" tIns="0" rIns="0" bIns="0" anchor="t">
            <a:noAutofit/>
          </a:bodyPr>
          <a:lstStyle>
            <a:lvl1pPr marL="38160" indent="0" algn="l">
              <a:lnSpc>
                <a:spcPts val="1664"/>
              </a:lnSpc>
              <a:buNone/>
              <a:defRPr lang="en-US" sz="1600" b="1" u="none" spc="-51" strike="noStrike">
                <a:solidFill>
                  <a:srgbClr val="888888"/>
                </a:solidFill>
                <a:effectLst/>
                <a:uFillTx/>
                <a:latin typeface="Cambria"/>
              </a:defRPr>
            </a:lvl1pPr>
          </a:lstStyle>
          <a:p>
            <a:pPr marL="38160" indent="0" algn="l">
              <a:lnSpc>
                <a:spcPts val="1664"/>
              </a:lnSpc>
              <a:buNone/>
            </a:pPr>
            <a:fld id="{38AA226C-0181-4D0A-B3C8-0C56139C53F0}" type="slidenum">
              <a:rPr lang="en-US" sz="1600" b="1" u="none" spc="-51" strike="noStrike">
                <a:solidFill>
                  <a:srgbClr val="888888"/>
                </a:solidFill>
                <a:effectLst/>
                <a:uFillTx/>
                <a:latin typeface="Cambria"/>
              </a:rPr>
              <a:t>6</a:t>
            </a:fld>
            <a:endParaRPr lang="en-US" sz="16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wo Content">
    <p:bg>
      <p:bgPr>
        <a:solidFill>
          <a:schemeClr val="lt1"/>
        </a:solidFill>
      </p:bgPr>
    </p:bg>
    <p:spTree>
      <p:nvGrpSpPr>
        <p:cNvPr id="1" name=""/>
        <p:cNvGrpSpPr/>
        <p:nvPr/>
      </p:nvGrpSpPr>
      <p:grpSpPr>
        <a:xfrm>
          <a:off x="0" y="0"/>
          <a:ext cx="0" cy="0"/>
          <a:chOff x="0" y="0"/>
          <a:chExt cx="0" cy="0"/>
        </a:xfrm>
      </p:grpSpPr>
      <p:sp>
        <p:nvSpPr>
          <p:cNvPr id="17" name="bg object 16"/>
          <p:cNvSpPr/>
          <p:nvPr/>
        </p:nvSpPr>
        <p:spPr>
          <a:xfrm>
            <a:off x="0" y="0"/>
            <a:ext cx="12191760" cy="1094400"/>
          </a:xfrm>
          <a:custGeom>
            <a:avLst/>
            <a:gdLst>
              <a:gd name="textAreaLeft" fmla="*/ 0 w 12191760"/>
              <a:gd name="textAreaRight" fmla="*/ 12192120 w 12191760"/>
              <a:gd name="textAreaTop" fmla="*/ 0 h 1094400"/>
              <a:gd name="textAreaBottom" fmla="*/ 1094760 h 1094400"/>
            </a:gdLst>
            <a:ahLst/>
            <a:cxnLst/>
            <a:rect l="textAreaLeft" t="textAreaTop" r="textAreaRight" b="textAreaBottom"/>
            <a:pathLst>
              <a:path w="12192000" h="1094740">
                <a:moveTo>
                  <a:pt x="12191999" y="1094703"/>
                </a:moveTo>
                <a:lnTo>
                  <a:pt x="0" y="1094703"/>
                </a:lnTo>
                <a:lnTo>
                  <a:pt x="0" y="0"/>
                </a:lnTo>
                <a:lnTo>
                  <a:pt x="12191999" y="0"/>
                </a:lnTo>
                <a:lnTo>
                  <a:pt x="12191999" y="1094703"/>
                </a:lnTo>
                <a:close/>
              </a:path>
            </a:pathLst>
          </a:custGeom>
          <a:solidFill>
            <a:srgbClr val="2F5496"/>
          </a:solidFill>
          <a:ln w="0">
            <a:noFill/>
          </a:ln>
        </p:spPr>
        <p:style>
          <a:lnRef idx="0"/>
          <a:fillRef idx="0"/>
          <a:effectRef idx="0"/>
          <a:fontRef idx="minor"/>
        </p:style>
        <p:txBody>
          <a:bodyPr lIns="0" tIns="0" rIns="0" bIns="0" anchor="t">
            <a:noAutofit/>
          </a:bodyPr>
          <a:p>
            <a:endParaRPr lang="en-US" sz="1800" b="0" u="none" strike="noStrike">
              <a:solidFill>
                <a:srgbClr val="FFFFFF"/>
              </a:solidFill>
              <a:effectLst/>
              <a:uFillTx/>
              <a:latin typeface="Arial"/>
            </a:endParaRPr>
          </a:p>
        </p:txBody>
      </p:sp>
      <p:sp>
        <p:nvSpPr>
          <p:cNvPr id="18" name="bg object 17"/>
          <p:cNvSpPr/>
          <p:nvPr/>
        </p:nvSpPr>
        <p:spPr>
          <a:xfrm>
            <a:off x="0" y="0"/>
            <a:ext cx="12191760" cy="1094400"/>
          </a:xfrm>
          <a:custGeom>
            <a:avLst/>
            <a:gdLst>
              <a:gd name="textAreaLeft" fmla="*/ 0 w 12191760"/>
              <a:gd name="textAreaRight" fmla="*/ 12192120 w 12191760"/>
              <a:gd name="textAreaTop" fmla="*/ 0 h 1094400"/>
              <a:gd name="textAreaBottom" fmla="*/ 1094760 h 1094400"/>
            </a:gdLst>
            <a:ahLst/>
            <a:cxnLst/>
            <a:rect l="textAreaLeft" t="textAreaTop" r="textAreaRight" b="textAreaBottom"/>
            <a:pathLst>
              <a:path w="12192000" h="1094740">
                <a:moveTo>
                  <a:pt x="0" y="0"/>
                </a:moveTo>
                <a:lnTo>
                  <a:pt x="12191999" y="0"/>
                </a:lnTo>
                <a:lnTo>
                  <a:pt x="12191999" y="1094703"/>
                </a:lnTo>
                <a:lnTo>
                  <a:pt x="0" y="1094703"/>
                </a:lnTo>
                <a:lnTo>
                  <a:pt x="0" y="0"/>
                </a:lnTo>
                <a:close/>
              </a:path>
            </a:pathLst>
          </a:custGeom>
          <a:noFill/>
          <a:ln w="12699">
            <a:solidFill>
              <a:srgbClr val="1B3052"/>
            </a:solidFill>
            <a:round/>
          </a:ln>
        </p:spPr>
        <p:style>
          <a:lnRef idx="0"/>
          <a:fillRef idx="0"/>
          <a:effectRef idx="0"/>
          <a:fontRef idx="minor"/>
        </p:style>
        <p:txBody>
          <a:bodyPr lIns="0" tIns="0" rIns="0" bIns="0" anchor="t">
            <a:noAutofit/>
          </a:bodyPr>
          <a:p>
            <a:endParaRPr lang="en-US" sz="1800" b="0" u="none" strike="noStrike">
              <a:solidFill>
                <a:srgbClr val="000000"/>
              </a:solidFill>
              <a:effectLst/>
              <a:uFillTx/>
              <a:latin typeface="Arial"/>
            </a:endParaRPr>
          </a:p>
        </p:txBody>
      </p:sp>
      <p:pic>
        <p:nvPicPr>
          <p:cNvPr id="19" name="bg object 18"/>
          <p:cNvPicPr/>
          <p:nvPr/>
        </p:nvPicPr>
        <p:blipFill>
          <a:blip r:embed="rId2"/>
          <a:stretch/>
        </p:blipFill>
        <p:spPr>
          <a:xfrm>
            <a:off x="0" y="0"/>
            <a:ext cx="1190880" cy="1107360"/>
          </a:xfrm>
          <a:prstGeom prst="rect">
            <a:avLst/>
          </a:prstGeom>
          <a:noFill/>
          <a:ln w="0">
            <a:noFill/>
          </a:ln>
        </p:spPr>
      </p:pic>
      <p:sp>
        <p:nvSpPr>
          <p:cNvPr id="20" name="PlaceHolder 1"/>
          <p:cNvSpPr>
            <a:spLocks noGrp="1"/>
          </p:cNvSpPr>
          <p:nvPr>
            <p:ph type="title"/>
          </p:nvPr>
        </p:nvSpPr>
        <p:spPr>
          <a:xfrm>
            <a:off x="1349640" y="326520"/>
            <a:ext cx="10254240" cy="533520"/>
          </a:xfrm>
          <a:prstGeom prst="rect">
            <a:avLst/>
          </a:prstGeom>
          <a:noFill/>
          <a:ln w="0">
            <a:noFill/>
          </a:ln>
        </p:spPr>
        <p:txBody>
          <a:bodyPr lIns="0" tIns="0" rIns="0" bIns="0" anchor="t">
            <a:noAutofit/>
          </a:bodyPr>
          <a:lstStyle>
            <a:lvl1pPr indent="0" algn="l">
              <a:buNone/>
              <a:defRPr lang="en-US" sz="3200" b="0" u="none" strike="noStrike">
                <a:solidFill>
                  <a:srgbClr val="000000"/>
                </a:solidFill>
                <a:effectLst/>
                <a:uFillTx/>
                <a:latin typeface="Calibri"/>
              </a:defRPr>
            </a:lvl1pPr>
          </a:lstStyle>
          <a:p>
            <a:pPr indent="0" algn="l">
              <a:buNone/>
            </a:pPr>
            <a:r>
              <a:rPr lang="en-US" sz="3200" b="0" u="none" strike="noStrike">
                <a:solidFill>
                  <a:srgbClr val="000000"/>
                </a:solidFill>
                <a:effectLst/>
                <a:uFillTx/>
                <a:latin typeface="Calibri"/>
              </a:rPr>
              <a:t>Click to edit the title text format</a:t>
            </a:r>
            <a:endParaRPr lang="en-US" sz="3200" b="0" u="none" strike="noStrike">
              <a:solidFill>
                <a:srgbClr val="000000"/>
              </a:solidFill>
              <a:effectLst/>
              <a:uFillTx/>
              <a:latin typeface="Calibri"/>
            </a:endParaRPr>
          </a:p>
        </p:txBody>
      </p:sp>
      <p:sp>
        <p:nvSpPr>
          <p:cNvPr id="21" name="PlaceHolder 2"/>
          <p:cNvSpPr>
            <a:spLocks noGrp="1"/>
          </p:cNvSpPr>
          <p:nvPr>
            <p:ph type="body"/>
          </p:nvPr>
        </p:nvSpPr>
        <p:spPr>
          <a:xfrm>
            <a:off x="609480" y="1577520"/>
            <a:ext cx="5303160" cy="5004360"/>
          </a:xfrm>
          <a:prstGeom prst="rect">
            <a:avLst/>
          </a:prstGeom>
          <a:noFill/>
          <a:ln w="0">
            <a:noFill/>
          </a:ln>
        </p:spPr>
        <p:txBody>
          <a:bodyPr lIns="0" tIns="0" rIns="0" bIns="0" anchor="t">
            <a:spAutoFit/>
          </a:bodyPr>
          <a:lstStyle>
            <a:lvl1pPr algn="l">
              <a:spcBef>
                <a:spcPts val="1417"/>
              </a:spcBef>
              <a:buClr>
                <a:srgbClr val="000000"/>
              </a:buClr>
              <a:buSzPct val="45000"/>
              <a:buFont typeface="Wingdings" charset="2"/>
              <a:buChar char=""/>
              <a:defRPr lang="en-US" sz="3000" b="0" u="none" strike="noStrike">
                <a:solidFill>
                  <a:srgbClr val="000000"/>
                </a:solidFill>
                <a:effectLst/>
                <a:uFillTx/>
                <a:latin typeface="Calibri"/>
              </a:defRPr>
            </a:lvl1pPr>
            <a:lvl2pPr lvl="1" algn="l">
              <a:spcBef>
                <a:spcPts val="1134"/>
              </a:spcBef>
              <a:buClr>
                <a:srgbClr val="000000"/>
              </a:buClr>
              <a:buSzPct val="75000"/>
              <a:buFont typeface="Symbol" charset="2"/>
              <a:buChar char=""/>
              <a:defRPr lang="en-US" sz="3000" b="0" u="none" strike="noStrike">
                <a:solidFill>
                  <a:srgbClr val="000000"/>
                </a:solidFill>
                <a:effectLst/>
                <a:uFillTx/>
                <a:latin typeface="Calibri"/>
              </a:defRPr>
            </a:lvl2pPr>
            <a:lvl3pPr lvl="2" algn="l">
              <a:spcBef>
                <a:spcPts val="850"/>
              </a:spcBef>
              <a:buClr>
                <a:srgbClr val="000000"/>
              </a:buClr>
              <a:buSzPct val="45000"/>
              <a:buFont typeface="Wingdings" charset="2"/>
              <a:buChar char=""/>
              <a:defRPr lang="en-US" sz="3000" b="0" u="none" strike="noStrike">
                <a:solidFill>
                  <a:srgbClr val="000000"/>
                </a:solidFill>
                <a:effectLst/>
                <a:uFillTx/>
                <a:latin typeface="Calibri"/>
              </a:defRPr>
            </a:lvl3pPr>
            <a:lvl4pPr lvl="3" algn="l">
              <a:spcBef>
                <a:spcPts val="567"/>
              </a:spcBef>
              <a:buClr>
                <a:srgbClr val="000000"/>
              </a:buClr>
              <a:buSzPct val="75000"/>
              <a:buFont typeface="Symbol" charset="2"/>
              <a:buChar char=""/>
              <a:defRPr lang="en-US" sz="3000" b="0" u="none" strike="noStrike">
                <a:solidFill>
                  <a:srgbClr val="000000"/>
                </a:solidFill>
                <a:effectLst/>
                <a:uFillTx/>
                <a:latin typeface="Calibri"/>
              </a:defRPr>
            </a:lvl4pPr>
            <a:lvl5pPr lvl="4" algn="l">
              <a:spcBef>
                <a:spcPts val="283"/>
              </a:spcBef>
              <a:buClr>
                <a:srgbClr val="000000"/>
              </a:buClr>
              <a:buSzPct val="45000"/>
              <a:buFont typeface="Wingdings" charset="2"/>
              <a:buChar char=""/>
              <a:defRPr lang="en-US" sz="3000" b="0" u="none" strike="noStrike">
                <a:solidFill>
                  <a:srgbClr val="000000"/>
                </a:solidFill>
                <a:effectLst/>
                <a:uFillTx/>
                <a:latin typeface="Calibri"/>
              </a:defRPr>
            </a:lvl5pPr>
            <a:lvl6pPr lvl="5" algn="l">
              <a:spcBef>
                <a:spcPts val="283"/>
              </a:spcBef>
              <a:buClr>
                <a:srgbClr val="000000"/>
              </a:buClr>
              <a:buSzPct val="45000"/>
              <a:buFont typeface="Wingdings" charset="2"/>
              <a:buChar char=""/>
              <a:defRPr lang="en-US" sz="3000" b="0" u="none" strike="noStrike">
                <a:solidFill>
                  <a:srgbClr val="000000"/>
                </a:solidFill>
                <a:effectLst/>
                <a:uFillTx/>
                <a:latin typeface="Calibri"/>
              </a:defRPr>
            </a:lvl6pPr>
            <a:lvl7pPr lvl="6" algn="l">
              <a:spcBef>
                <a:spcPts val="283"/>
              </a:spcBef>
              <a:buClr>
                <a:srgbClr val="000000"/>
              </a:buClr>
              <a:buSzPct val="45000"/>
              <a:buFont typeface="Wingdings" charset="2"/>
              <a:buChar char=""/>
              <a:defRPr lang="en-US" sz="3000" b="0" u="none" strike="noStrike">
                <a:solidFill>
                  <a:srgbClr val="000000"/>
                </a:solidFill>
                <a:effectLst/>
                <a:uFillTx/>
                <a:latin typeface="Calibri"/>
              </a:defRPr>
            </a:lvl7pPr>
          </a:lstStyle>
          <a:p>
            <a:pPr indent="-324000" algn="l">
              <a:spcBef>
                <a:spcPts val="1417"/>
              </a:spcBef>
              <a:buClr>
                <a:srgbClr val="000000"/>
              </a:buClr>
              <a:buSzPct val="45000"/>
              <a:buFont typeface="Wingdings" charset="2"/>
              <a:buChar char=""/>
            </a:pPr>
            <a:r>
              <a:rPr lang="en-US" sz="3000" b="0" u="none" strike="noStrike">
                <a:solidFill>
                  <a:srgbClr val="000000"/>
                </a:solidFill>
                <a:effectLst/>
                <a:uFillTx/>
                <a:latin typeface="Calibri"/>
              </a:rPr>
              <a:t>Click to edit the outline text format</a:t>
            </a:r>
            <a:endParaRPr lang="en-US" sz="3000" b="0" u="none" strike="noStrike">
              <a:solidFill>
                <a:srgbClr val="000000"/>
              </a:solidFill>
              <a:effectLst/>
              <a:uFillTx/>
              <a:latin typeface="Calibri"/>
            </a:endParaRPr>
          </a:p>
          <a:p>
            <a:pPr marL="457200" lvl="1" indent="-324000" algn="l">
              <a:spcBef>
                <a:spcPts val="1134"/>
              </a:spcBef>
              <a:buClr>
                <a:srgbClr val="000000"/>
              </a:buClr>
              <a:buSzPct val="75000"/>
              <a:buFont typeface="Symbol" charset="2"/>
              <a:buChar char=""/>
            </a:pPr>
            <a:r>
              <a:rPr lang="en-US" sz="3000" b="0" u="none" strike="noStrike">
                <a:solidFill>
                  <a:srgbClr val="000000"/>
                </a:solidFill>
                <a:effectLst/>
                <a:uFillTx/>
                <a:latin typeface="Calibri"/>
              </a:rPr>
              <a:t>Second Outline Level</a:t>
            </a:r>
            <a:endParaRPr lang="en-US" sz="3000" b="0" u="none" strike="noStrike">
              <a:solidFill>
                <a:srgbClr val="000000"/>
              </a:solidFill>
              <a:effectLst/>
              <a:uFillTx/>
              <a:latin typeface="Calibri"/>
            </a:endParaRPr>
          </a:p>
          <a:p>
            <a:pPr marL="914400" lvl="2" indent="-288000" algn="l">
              <a:spcBef>
                <a:spcPts val="850"/>
              </a:spcBef>
              <a:buClr>
                <a:srgbClr val="000000"/>
              </a:buClr>
              <a:buSzPct val="45000"/>
              <a:buFont typeface="Wingdings" charset="2"/>
              <a:buChar char=""/>
            </a:pPr>
            <a:r>
              <a:rPr lang="en-US" sz="3000" b="0" u="none" strike="noStrike">
                <a:solidFill>
                  <a:srgbClr val="000000"/>
                </a:solidFill>
                <a:effectLst/>
                <a:uFillTx/>
                <a:latin typeface="Calibri"/>
              </a:rPr>
              <a:t>Third Outline Level</a:t>
            </a:r>
            <a:endParaRPr lang="en-US" sz="3000" b="0" u="none" strike="noStrike">
              <a:solidFill>
                <a:srgbClr val="000000"/>
              </a:solidFill>
              <a:effectLst/>
              <a:uFillTx/>
              <a:latin typeface="Calibri"/>
            </a:endParaRPr>
          </a:p>
          <a:p>
            <a:pPr marL="1371600" lvl="3" indent="-216000" algn="l">
              <a:spcBef>
                <a:spcPts val="567"/>
              </a:spcBef>
              <a:buClr>
                <a:srgbClr val="000000"/>
              </a:buClr>
              <a:buSzPct val="75000"/>
              <a:buFont typeface="Symbol" charset="2"/>
              <a:buChar char=""/>
            </a:pPr>
            <a:r>
              <a:rPr lang="en-US" sz="3000" b="0" u="none" strike="noStrike">
                <a:solidFill>
                  <a:srgbClr val="000000"/>
                </a:solidFill>
                <a:effectLst/>
                <a:uFillTx/>
                <a:latin typeface="Calibri"/>
              </a:rPr>
              <a:t>Fourth Outline Level</a:t>
            </a:r>
            <a:endParaRPr lang="en-US" sz="3000" b="0" u="none" strike="noStrike">
              <a:solidFill>
                <a:srgbClr val="000000"/>
              </a:solidFill>
              <a:effectLst/>
              <a:uFillTx/>
              <a:latin typeface="Calibri"/>
            </a:endParaRPr>
          </a:p>
          <a:p>
            <a:pPr marL="1828800" lvl="4" indent="-216000" algn="l">
              <a:spcBef>
                <a:spcPts val="283"/>
              </a:spcBef>
              <a:buClr>
                <a:srgbClr val="000000"/>
              </a:buClr>
              <a:buSzPct val="45000"/>
              <a:buFont typeface="Wingdings" charset="2"/>
              <a:buChar char=""/>
            </a:pPr>
            <a:r>
              <a:rPr lang="en-US" sz="3000" b="0" u="none" strike="noStrike">
                <a:solidFill>
                  <a:srgbClr val="000000"/>
                </a:solidFill>
                <a:effectLst/>
                <a:uFillTx/>
                <a:latin typeface="Calibri"/>
              </a:rPr>
              <a:t>Fifth Outline Level</a:t>
            </a:r>
            <a:endParaRPr lang="en-US" sz="3000" b="0" u="none" strike="noStrike">
              <a:solidFill>
                <a:srgbClr val="000000"/>
              </a:solidFill>
              <a:effectLst/>
              <a:uFillTx/>
              <a:latin typeface="Calibri"/>
            </a:endParaRPr>
          </a:p>
          <a:p>
            <a:pPr marL="2286000" lvl="5" indent="-216000" algn="l">
              <a:spcBef>
                <a:spcPts val="283"/>
              </a:spcBef>
              <a:buClr>
                <a:srgbClr val="000000"/>
              </a:buClr>
              <a:buSzPct val="45000"/>
              <a:buFont typeface="Wingdings" charset="2"/>
              <a:buChar char=""/>
            </a:pPr>
            <a:r>
              <a:rPr lang="en-US" sz="3000" b="0" u="none" strike="noStrike">
                <a:solidFill>
                  <a:srgbClr val="000000"/>
                </a:solidFill>
                <a:effectLst/>
                <a:uFillTx/>
                <a:latin typeface="Calibri"/>
              </a:rPr>
              <a:t>Sixth Outline Level</a:t>
            </a:r>
            <a:endParaRPr lang="en-US" sz="3000" b="0" u="none" strike="noStrike">
              <a:solidFill>
                <a:srgbClr val="000000"/>
              </a:solidFill>
              <a:effectLst/>
              <a:uFillTx/>
              <a:latin typeface="Calibri"/>
            </a:endParaRPr>
          </a:p>
          <a:p>
            <a:pPr marL="2743200" lvl="6" indent="-216000" algn="l">
              <a:spcBef>
                <a:spcPts val="283"/>
              </a:spcBef>
              <a:buClr>
                <a:srgbClr val="000000"/>
              </a:buClr>
              <a:buSzPct val="45000"/>
              <a:buFont typeface="Wingdings" charset="2"/>
              <a:buChar char=""/>
            </a:pPr>
            <a:r>
              <a:rPr lang="en-US" sz="3000" b="0" u="none" strike="noStrike">
                <a:solidFill>
                  <a:srgbClr val="000000"/>
                </a:solidFill>
                <a:effectLst/>
                <a:uFillTx/>
                <a:latin typeface="Calibri"/>
              </a:rPr>
              <a:t>Seventh Outline Level</a:t>
            </a:r>
            <a:endParaRPr lang="en-US" sz="3000" b="0" u="none" strike="noStrike">
              <a:solidFill>
                <a:srgbClr val="000000"/>
              </a:solidFill>
              <a:effectLst/>
              <a:uFillTx/>
              <a:latin typeface="Calibri"/>
            </a:endParaRPr>
          </a:p>
        </p:txBody>
      </p:sp>
      <p:sp>
        <p:nvSpPr>
          <p:cNvPr id="22" name="PlaceHolder 3"/>
          <p:cNvSpPr>
            <a:spLocks noGrp="1"/>
          </p:cNvSpPr>
          <p:nvPr>
            <p:ph type="body"/>
          </p:nvPr>
        </p:nvSpPr>
        <p:spPr>
          <a:xfrm>
            <a:off x="6278760" y="1577520"/>
            <a:ext cx="5303160" cy="5004360"/>
          </a:xfrm>
          <a:prstGeom prst="rect">
            <a:avLst/>
          </a:prstGeom>
          <a:noFill/>
          <a:ln w="0">
            <a:noFill/>
          </a:ln>
        </p:spPr>
        <p:txBody>
          <a:bodyPr lIns="0" tIns="0" rIns="0" bIns="0" anchor="t">
            <a:spAutoFit/>
          </a:bodyPr>
          <a:lstStyle>
            <a:lvl1pPr algn="l">
              <a:spcBef>
                <a:spcPts val="1417"/>
              </a:spcBef>
              <a:buClr>
                <a:srgbClr val="000000"/>
              </a:buClr>
              <a:buSzPct val="45000"/>
              <a:buFont typeface="Wingdings" charset="2"/>
              <a:buChar char=""/>
              <a:defRPr lang="en-US" sz="3000" b="0" u="none" strike="noStrike">
                <a:solidFill>
                  <a:srgbClr val="000000"/>
                </a:solidFill>
                <a:effectLst/>
                <a:uFillTx/>
                <a:latin typeface="Calibri"/>
              </a:defRPr>
            </a:lvl1pPr>
            <a:lvl2pPr lvl="1" algn="l">
              <a:spcBef>
                <a:spcPts val="1134"/>
              </a:spcBef>
              <a:buClr>
                <a:srgbClr val="000000"/>
              </a:buClr>
              <a:buSzPct val="75000"/>
              <a:buFont typeface="Symbol" charset="2"/>
              <a:buChar char=""/>
              <a:defRPr lang="en-US" sz="3000" b="0" u="none" strike="noStrike">
                <a:solidFill>
                  <a:srgbClr val="000000"/>
                </a:solidFill>
                <a:effectLst/>
                <a:uFillTx/>
                <a:latin typeface="Calibri"/>
              </a:defRPr>
            </a:lvl2pPr>
            <a:lvl3pPr lvl="2" algn="l">
              <a:spcBef>
                <a:spcPts val="850"/>
              </a:spcBef>
              <a:buClr>
                <a:srgbClr val="000000"/>
              </a:buClr>
              <a:buSzPct val="45000"/>
              <a:buFont typeface="Wingdings" charset="2"/>
              <a:buChar char=""/>
              <a:defRPr lang="en-US" sz="3000" b="0" u="none" strike="noStrike">
                <a:solidFill>
                  <a:srgbClr val="000000"/>
                </a:solidFill>
                <a:effectLst/>
                <a:uFillTx/>
                <a:latin typeface="Calibri"/>
              </a:defRPr>
            </a:lvl3pPr>
            <a:lvl4pPr lvl="3" algn="l">
              <a:spcBef>
                <a:spcPts val="567"/>
              </a:spcBef>
              <a:buClr>
                <a:srgbClr val="000000"/>
              </a:buClr>
              <a:buSzPct val="75000"/>
              <a:buFont typeface="Symbol" charset="2"/>
              <a:buChar char=""/>
              <a:defRPr lang="en-US" sz="3000" b="0" u="none" strike="noStrike">
                <a:solidFill>
                  <a:srgbClr val="000000"/>
                </a:solidFill>
                <a:effectLst/>
                <a:uFillTx/>
                <a:latin typeface="Calibri"/>
              </a:defRPr>
            </a:lvl4pPr>
            <a:lvl5pPr lvl="4" algn="l">
              <a:spcBef>
                <a:spcPts val="283"/>
              </a:spcBef>
              <a:buClr>
                <a:srgbClr val="000000"/>
              </a:buClr>
              <a:buSzPct val="45000"/>
              <a:buFont typeface="Wingdings" charset="2"/>
              <a:buChar char=""/>
              <a:defRPr lang="en-US" sz="3000" b="0" u="none" strike="noStrike">
                <a:solidFill>
                  <a:srgbClr val="000000"/>
                </a:solidFill>
                <a:effectLst/>
                <a:uFillTx/>
                <a:latin typeface="Calibri"/>
              </a:defRPr>
            </a:lvl5pPr>
            <a:lvl6pPr lvl="5" algn="l">
              <a:spcBef>
                <a:spcPts val="283"/>
              </a:spcBef>
              <a:buClr>
                <a:srgbClr val="000000"/>
              </a:buClr>
              <a:buSzPct val="45000"/>
              <a:buFont typeface="Wingdings" charset="2"/>
              <a:buChar char=""/>
              <a:defRPr lang="en-US" sz="3000" b="0" u="none" strike="noStrike">
                <a:solidFill>
                  <a:srgbClr val="000000"/>
                </a:solidFill>
                <a:effectLst/>
                <a:uFillTx/>
                <a:latin typeface="Calibri"/>
              </a:defRPr>
            </a:lvl6pPr>
            <a:lvl7pPr lvl="6" algn="l">
              <a:spcBef>
                <a:spcPts val="283"/>
              </a:spcBef>
              <a:buClr>
                <a:srgbClr val="000000"/>
              </a:buClr>
              <a:buSzPct val="45000"/>
              <a:buFont typeface="Wingdings" charset="2"/>
              <a:buChar char=""/>
              <a:defRPr lang="en-US" sz="3000" b="0" u="none" strike="noStrike">
                <a:solidFill>
                  <a:srgbClr val="000000"/>
                </a:solidFill>
                <a:effectLst/>
                <a:uFillTx/>
                <a:latin typeface="Calibri"/>
              </a:defRPr>
            </a:lvl7pPr>
          </a:lstStyle>
          <a:p>
            <a:pPr indent="-324000" algn="l">
              <a:spcBef>
                <a:spcPts val="1417"/>
              </a:spcBef>
              <a:buClr>
                <a:srgbClr val="000000"/>
              </a:buClr>
              <a:buSzPct val="45000"/>
              <a:buFont typeface="Wingdings" charset="2"/>
              <a:buChar char=""/>
            </a:pPr>
            <a:r>
              <a:rPr lang="en-US" sz="3000" b="0" u="none" strike="noStrike">
                <a:solidFill>
                  <a:srgbClr val="000000"/>
                </a:solidFill>
                <a:effectLst/>
                <a:uFillTx/>
                <a:latin typeface="Calibri"/>
              </a:rPr>
              <a:t>Click to edit the outline text format</a:t>
            </a:r>
            <a:endParaRPr lang="en-US" sz="3000" b="0" u="none" strike="noStrike">
              <a:solidFill>
                <a:srgbClr val="000000"/>
              </a:solidFill>
              <a:effectLst/>
              <a:uFillTx/>
              <a:latin typeface="Calibri"/>
            </a:endParaRPr>
          </a:p>
          <a:p>
            <a:pPr marL="457200" lvl="1" indent="-324000" algn="l">
              <a:spcBef>
                <a:spcPts val="1134"/>
              </a:spcBef>
              <a:buClr>
                <a:srgbClr val="000000"/>
              </a:buClr>
              <a:buSzPct val="75000"/>
              <a:buFont typeface="Symbol" charset="2"/>
              <a:buChar char=""/>
            </a:pPr>
            <a:r>
              <a:rPr lang="en-US" sz="3000" b="0" u="none" strike="noStrike">
                <a:solidFill>
                  <a:srgbClr val="000000"/>
                </a:solidFill>
                <a:effectLst/>
                <a:uFillTx/>
                <a:latin typeface="Calibri"/>
              </a:rPr>
              <a:t>Second Outline Level</a:t>
            </a:r>
            <a:endParaRPr lang="en-US" sz="3000" b="0" u="none" strike="noStrike">
              <a:solidFill>
                <a:srgbClr val="000000"/>
              </a:solidFill>
              <a:effectLst/>
              <a:uFillTx/>
              <a:latin typeface="Calibri"/>
            </a:endParaRPr>
          </a:p>
          <a:p>
            <a:pPr marL="914400" lvl="2" indent="-288000" algn="l">
              <a:spcBef>
                <a:spcPts val="850"/>
              </a:spcBef>
              <a:buClr>
                <a:srgbClr val="000000"/>
              </a:buClr>
              <a:buSzPct val="45000"/>
              <a:buFont typeface="Wingdings" charset="2"/>
              <a:buChar char=""/>
            </a:pPr>
            <a:r>
              <a:rPr lang="en-US" sz="3000" b="0" u="none" strike="noStrike">
                <a:solidFill>
                  <a:srgbClr val="000000"/>
                </a:solidFill>
                <a:effectLst/>
                <a:uFillTx/>
                <a:latin typeface="Calibri"/>
              </a:rPr>
              <a:t>Third Outline Level</a:t>
            </a:r>
            <a:endParaRPr lang="en-US" sz="3000" b="0" u="none" strike="noStrike">
              <a:solidFill>
                <a:srgbClr val="000000"/>
              </a:solidFill>
              <a:effectLst/>
              <a:uFillTx/>
              <a:latin typeface="Calibri"/>
            </a:endParaRPr>
          </a:p>
          <a:p>
            <a:pPr marL="1371600" lvl="3" indent="-216000" algn="l">
              <a:spcBef>
                <a:spcPts val="567"/>
              </a:spcBef>
              <a:buClr>
                <a:srgbClr val="000000"/>
              </a:buClr>
              <a:buSzPct val="75000"/>
              <a:buFont typeface="Symbol" charset="2"/>
              <a:buChar char=""/>
            </a:pPr>
            <a:r>
              <a:rPr lang="en-US" sz="3000" b="0" u="none" strike="noStrike">
                <a:solidFill>
                  <a:srgbClr val="000000"/>
                </a:solidFill>
                <a:effectLst/>
                <a:uFillTx/>
                <a:latin typeface="Calibri"/>
              </a:rPr>
              <a:t>Fourth Outline Level</a:t>
            </a:r>
            <a:endParaRPr lang="en-US" sz="3000" b="0" u="none" strike="noStrike">
              <a:solidFill>
                <a:srgbClr val="000000"/>
              </a:solidFill>
              <a:effectLst/>
              <a:uFillTx/>
              <a:latin typeface="Calibri"/>
            </a:endParaRPr>
          </a:p>
          <a:p>
            <a:pPr marL="1828800" lvl="4" indent="-216000" algn="l">
              <a:spcBef>
                <a:spcPts val="283"/>
              </a:spcBef>
              <a:buClr>
                <a:srgbClr val="000000"/>
              </a:buClr>
              <a:buSzPct val="45000"/>
              <a:buFont typeface="Wingdings" charset="2"/>
              <a:buChar char=""/>
            </a:pPr>
            <a:r>
              <a:rPr lang="en-US" sz="3000" b="0" u="none" strike="noStrike">
                <a:solidFill>
                  <a:srgbClr val="000000"/>
                </a:solidFill>
                <a:effectLst/>
                <a:uFillTx/>
                <a:latin typeface="Calibri"/>
              </a:rPr>
              <a:t>Fifth Outline Level</a:t>
            </a:r>
            <a:endParaRPr lang="en-US" sz="3000" b="0" u="none" strike="noStrike">
              <a:solidFill>
                <a:srgbClr val="000000"/>
              </a:solidFill>
              <a:effectLst/>
              <a:uFillTx/>
              <a:latin typeface="Calibri"/>
            </a:endParaRPr>
          </a:p>
          <a:p>
            <a:pPr marL="2286000" lvl="5" indent="-216000" algn="l">
              <a:spcBef>
                <a:spcPts val="283"/>
              </a:spcBef>
              <a:buClr>
                <a:srgbClr val="000000"/>
              </a:buClr>
              <a:buSzPct val="45000"/>
              <a:buFont typeface="Wingdings" charset="2"/>
              <a:buChar char=""/>
            </a:pPr>
            <a:r>
              <a:rPr lang="en-US" sz="3000" b="0" u="none" strike="noStrike">
                <a:solidFill>
                  <a:srgbClr val="000000"/>
                </a:solidFill>
                <a:effectLst/>
                <a:uFillTx/>
                <a:latin typeface="Calibri"/>
              </a:rPr>
              <a:t>Sixth Outline Level</a:t>
            </a:r>
            <a:endParaRPr lang="en-US" sz="3000" b="0" u="none" strike="noStrike">
              <a:solidFill>
                <a:srgbClr val="000000"/>
              </a:solidFill>
              <a:effectLst/>
              <a:uFillTx/>
              <a:latin typeface="Calibri"/>
            </a:endParaRPr>
          </a:p>
          <a:p>
            <a:pPr marL="2743200" lvl="6" indent="-216000" algn="l">
              <a:spcBef>
                <a:spcPts val="283"/>
              </a:spcBef>
              <a:buClr>
                <a:srgbClr val="000000"/>
              </a:buClr>
              <a:buSzPct val="45000"/>
              <a:buFont typeface="Wingdings" charset="2"/>
              <a:buChar char=""/>
            </a:pPr>
            <a:r>
              <a:rPr lang="en-US" sz="3000" b="0" u="none" strike="noStrike">
                <a:solidFill>
                  <a:srgbClr val="000000"/>
                </a:solidFill>
                <a:effectLst/>
                <a:uFillTx/>
                <a:latin typeface="Calibri"/>
              </a:rPr>
              <a:t>Seventh Outline Level</a:t>
            </a:r>
            <a:endParaRPr lang="en-US" sz="3000" b="0" u="none" strike="noStrike">
              <a:solidFill>
                <a:srgbClr val="000000"/>
              </a:solidFill>
              <a:effectLst/>
              <a:uFillTx/>
              <a:latin typeface="Calibri"/>
            </a:endParaRPr>
          </a:p>
        </p:txBody>
      </p:sp>
      <p:sp>
        <p:nvSpPr>
          <p:cNvPr id="23" name="PlaceHolder 4"/>
          <p:cNvSpPr>
            <a:spLocks noGrp="1"/>
          </p:cNvSpPr>
          <p:nvPr>
            <p:ph type="ftr" idx="7"/>
          </p:nvPr>
        </p:nvSpPr>
        <p:spPr>
          <a:xfrm>
            <a:off x="4074120" y="6441120"/>
            <a:ext cx="4679640" cy="228960"/>
          </a:xfrm>
          <a:prstGeom prst="rect">
            <a:avLst/>
          </a:prstGeom>
          <a:noFill/>
          <a:ln w="0">
            <a:noFill/>
          </a:ln>
        </p:spPr>
        <p:txBody>
          <a:bodyPr lIns="0" tIns="0" rIns="0" bIns="0" anchor="t">
            <a:noAutofit/>
          </a:bodyPr>
          <a:lstStyle>
            <a:lvl1pPr marL="12600" indent="0" algn="l">
              <a:lnSpc>
                <a:spcPts val="1664"/>
              </a:lnSpc>
              <a:buNone/>
              <a:defRPr lang="en-US" sz="1600" b="1" u="none" strike="noStrike">
                <a:solidFill>
                  <a:srgbClr val="888888"/>
                </a:solidFill>
                <a:effectLst/>
                <a:uFillTx/>
                <a:latin typeface="Cambria"/>
              </a:defRPr>
            </a:lvl1pPr>
          </a:lstStyle>
          <a:p>
            <a:pPr marL="12600" indent="0" algn="l">
              <a:lnSpc>
                <a:spcPts val="1664"/>
              </a:lnSpc>
              <a:buNone/>
            </a:pPr>
            <a:r>
              <a:rPr lang="en-US" sz="1600" b="1" u="none" strike="noStrike">
                <a:solidFill>
                  <a:srgbClr val="888888"/>
                </a:solidFill>
                <a:effectLst/>
                <a:uFillTx/>
                <a:latin typeface="Cambria"/>
              </a:rPr>
              <a:t> </a:t>
            </a:r>
            <a:endParaRPr lang="en-US" sz="1600" b="0" u="none" strike="noStrike">
              <a:solidFill>
                <a:srgbClr val="000000"/>
              </a:solidFill>
              <a:effectLst/>
              <a:uFillTx/>
              <a:latin typeface="Times New Roman"/>
            </a:endParaRPr>
          </a:p>
        </p:txBody>
      </p:sp>
      <p:sp>
        <p:nvSpPr>
          <p:cNvPr id="24" name="PlaceHolder 5"/>
          <p:cNvSpPr>
            <a:spLocks noGrp="1"/>
          </p:cNvSpPr>
          <p:nvPr>
            <p:ph type="dt" idx="8"/>
          </p:nvPr>
        </p:nvSpPr>
        <p:spPr>
          <a:xfrm>
            <a:off x="179640" y="6441120"/>
            <a:ext cx="1124280" cy="228960"/>
          </a:xfrm>
          <a:prstGeom prst="rect">
            <a:avLst/>
          </a:prstGeom>
          <a:noFill/>
          <a:ln w="0">
            <a:noFill/>
          </a:ln>
        </p:spPr>
        <p:txBody>
          <a:bodyPr lIns="0" tIns="0" rIns="0" bIns="0" anchor="t">
            <a:noAutofit/>
          </a:bodyPr>
          <a:lstStyle>
            <a:lvl1pPr marL="12600" indent="0" algn="l">
              <a:lnSpc>
                <a:spcPts val="1664"/>
              </a:lnSpc>
              <a:buNone/>
              <a:defRPr lang="en-US" sz="1600" b="1" u="none" spc="-20" strike="noStrike">
                <a:solidFill>
                  <a:srgbClr val="888888"/>
                </a:solidFill>
                <a:effectLst/>
                <a:uFillTx/>
                <a:latin typeface="Cambria"/>
              </a:defRPr>
            </a:lvl1pPr>
          </a:lstStyle>
          <a:p>
            <a:pPr marL="12600" indent="0" algn="l">
              <a:lnSpc>
                <a:spcPts val="1664"/>
              </a:lnSpc>
              <a:buNone/>
            </a:pPr>
            <a:r>
              <a:rPr lang="en-US" sz="1600" b="1" u="none" spc="-20" strike="noStrike">
                <a:solidFill>
                  <a:srgbClr val="888888"/>
                </a:solidFill>
                <a:effectLst/>
                <a:uFillTx/>
                <a:latin typeface="Cambria"/>
              </a:rPr>
              <a:t> </a:t>
            </a:r>
            <a:endParaRPr lang="en-US" sz="1600" b="0" u="none" strike="noStrike">
              <a:solidFill>
                <a:srgbClr val="000000"/>
              </a:solidFill>
              <a:effectLst/>
              <a:uFillTx/>
              <a:latin typeface="Times New Roman"/>
            </a:endParaRPr>
          </a:p>
        </p:txBody>
      </p:sp>
      <p:sp>
        <p:nvSpPr>
          <p:cNvPr id="25" name="PlaceHolder 6"/>
          <p:cNvSpPr>
            <a:spLocks noGrp="1"/>
          </p:cNvSpPr>
          <p:nvPr>
            <p:ph type="sldNum" idx="9"/>
          </p:nvPr>
        </p:nvSpPr>
        <p:spPr>
          <a:xfrm>
            <a:off x="11841120" y="6441120"/>
            <a:ext cx="209160" cy="228960"/>
          </a:xfrm>
          <a:prstGeom prst="rect">
            <a:avLst/>
          </a:prstGeom>
          <a:noFill/>
          <a:ln w="0">
            <a:noFill/>
          </a:ln>
        </p:spPr>
        <p:txBody>
          <a:bodyPr lIns="0" tIns="0" rIns="0" bIns="0" anchor="t">
            <a:noAutofit/>
          </a:bodyPr>
          <a:lstStyle>
            <a:lvl1pPr marL="38160" indent="0" algn="l">
              <a:lnSpc>
                <a:spcPts val="1664"/>
              </a:lnSpc>
              <a:buNone/>
              <a:defRPr lang="en-US" sz="1600" b="1" u="none" spc="-51" strike="noStrike">
                <a:solidFill>
                  <a:srgbClr val="888888"/>
                </a:solidFill>
                <a:effectLst/>
                <a:uFillTx/>
                <a:latin typeface="Cambria"/>
              </a:defRPr>
            </a:lvl1pPr>
          </a:lstStyle>
          <a:p>
            <a:pPr marL="38160" indent="0" algn="l">
              <a:lnSpc>
                <a:spcPts val="1664"/>
              </a:lnSpc>
              <a:buNone/>
            </a:pPr>
            <a:fld id="{054C7450-F67C-4031-A0EA-860DE3135744}" type="slidenum">
              <a:rPr lang="en-US" sz="1600" b="1" u="none" spc="-51" strike="noStrike">
                <a:solidFill>
                  <a:srgbClr val="888888"/>
                </a:solidFill>
                <a:effectLst/>
                <a:uFillTx/>
                <a:latin typeface="Cambria"/>
              </a:rPr>
              <a:t>6</a:t>
            </a:fld>
            <a:endParaRPr lang="en-US" sz="16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Only">
    <p:bg>
      <p:bgPr>
        <a:solidFill>
          <a:schemeClr val="lt1"/>
        </a:solidFill>
      </p:bgPr>
    </p:bg>
    <p:spTree>
      <p:nvGrpSpPr>
        <p:cNvPr id="1" name=""/>
        <p:cNvGrpSpPr/>
        <p:nvPr/>
      </p:nvGrpSpPr>
      <p:grpSpPr>
        <a:xfrm>
          <a:off x="0" y="0"/>
          <a:ext cx="0" cy="0"/>
          <a:chOff x="0" y="0"/>
          <a:chExt cx="0" cy="0"/>
        </a:xfrm>
      </p:grpSpPr>
      <p:sp>
        <p:nvSpPr>
          <p:cNvPr id="26" name="bg object 16"/>
          <p:cNvSpPr/>
          <p:nvPr/>
        </p:nvSpPr>
        <p:spPr>
          <a:xfrm>
            <a:off x="0" y="0"/>
            <a:ext cx="12191760" cy="1094400"/>
          </a:xfrm>
          <a:custGeom>
            <a:avLst/>
            <a:gdLst>
              <a:gd name="textAreaLeft" fmla="*/ 0 w 12191760"/>
              <a:gd name="textAreaRight" fmla="*/ 12192120 w 12191760"/>
              <a:gd name="textAreaTop" fmla="*/ 0 h 1094400"/>
              <a:gd name="textAreaBottom" fmla="*/ 1094760 h 1094400"/>
            </a:gdLst>
            <a:ahLst/>
            <a:cxnLst/>
            <a:rect l="textAreaLeft" t="textAreaTop" r="textAreaRight" b="textAreaBottom"/>
            <a:pathLst>
              <a:path w="12192000" h="1094740">
                <a:moveTo>
                  <a:pt x="12191999" y="1094703"/>
                </a:moveTo>
                <a:lnTo>
                  <a:pt x="0" y="1094703"/>
                </a:lnTo>
                <a:lnTo>
                  <a:pt x="0" y="0"/>
                </a:lnTo>
                <a:lnTo>
                  <a:pt x="12191999" y="0"/>
                </a:lnTo>
                <a:lnTo>
                  <a:pt x="12191999" y="1094703"/>
                </a:lnTo>
                <a:close/>
              </a:path>
            </a:pathLst>
          </a:custGeom>
          <a:solidFill>
            <a:srgbClr val="2F5496"/>
          </a:solidFill>
          <a:ln w="0">
            <a:noFill/>
          </a:ln>
        </p:spPr>
        <p:style>
          <a:lnRef idx="0"/>
          <a:fillRef idx="0"/>
          <a:effectRef idx="0"/>
          <a:fontRef idx="minor"/>
        </p:style>
        <p:txBody>
          <a:bodyPr lIns="0" tIns="0" rIns="0" bIns="0" anchor="t">
            <a:noAutofit/>
          </a:bodyPr>
          <a:p>
            <a:endParaRPr lang="en-US" sz="1800" b="0" u="none" strike="noStrike">
              <a:solidFill>
                <a:srgbClr val="FFFFFF"/>
              </a:solidFill>
              <a:effectLst/>
              <a:uFillTx/>
              <a:latin typeface="Arial"/>
            </a:endParaRPr>
          </a:p>
        </p:txBody>
      </p:sp>
      <p:sp>
        <p:nvSpPr>
          <p:cNvPr id="27" name="bg object 17"/>
          <p:cNvSpPr/>
          <p:nvPr/>
        </p:nvSpPr>
        <p:spPr>
          <a:xfrm>
            <a:off x="0" y="0"/>
            <a:ext cx="12191760" cy="1094400"/>
          </a:xfrm>
          <a:custGeom>
            <a:avLst/>
            <a:gdLst>
              <a:gd name="textAreaLeft" fmla="*/ 0 w 12191760"/>
              <a:gd name="textAreaRight" fmla="*/ 12192120 w 12191760"/>
              <a:gd name="textAreaTop" fmla="*/ 0 h 1094400"/>
              <a:gd name="textAreaBottom" fmla="*/ 1094760 h 1094400"/>
            </a:gdLst>
            <a:ahLst/>
            <a:cxnLst/>
            <a:rect l="textAreaLeft" t="textAreaTop" r="textAreaRight" b="textAreaBottom"/>
            <a:pathLst>
              <a:path w="12192000" h="1094740">
                <a:moveTo>
                  <a:pt x="0" y="0"/>
                </a:moveTo>
                <a:lnTo>
                  <a:pt x="12191999" y="0"/>
                </a:lnTo>
                <a:lnTo>
                  <a:pt x="12191999" y="1094703"/>
                </a:lnTo>
                <a:lnTo>
                  <a:pt x="0" y="1094703"/>
                </a:lnTo>
                <a:lnTo>
                  <a:pt x="0" y="0"/>
                </a:lnTo>
                <a:close/>
              </a:path>
            </a:pathLst>
          </a:custGeom>
          <a:noFill/>
          <a:ln w="12699">
            <a:solidFill>
              <a:srgbClr val="1B3052"/>
            </a:solidFill>
            <a:round/>
          </a:ln>
        </p:spPr>
        <p:style>
          <a:lnRef idx="0"/>
          <a:fillRef idx="0"/>
          <a:effectRef idx="0"/>
          <a:fontRef idx="minor"/>
        </p:style>
        <p:txBody>
          <a:bodyPr lIns="0" tIns="0" rIns="0" bIns="0" anchor="t">
            <a:noAutofit/>
          </a:bodyPr>
          <a:p>
            <a:endParaRPr lang="en-US" sz="1800" b="0" u="none" strike="noStrike">
              <a:solidFill>
                <a:srgbClr val="000000"/>
              </a:solidFill>
              <a:effectLst/>
              <a:uFillTx/>
              <a:latin typeface="Arial"/>
            </a:endParaRPr>
          </a:p>
        </p:txBody>
      </p:sp>
      <p:pic>
        <p:nvPicPr>
          <p:cNvPr id="28" name="bg object 18"/>
          <p:cNvPicPr/>
          <p:nvPr/>
        </p:nvPicPr>
        <p:blipFill>
          <a:blip r:embed="rId2"/>
          <a:stretch/>
        </p:blipFill>
        <p:spPr>
          <a:xfrm>
            <a:off x="0" y="0"/>
            <a:ext cx="1190880" cy="1107360"/>
          </a:xfrm>
          <a:prstGeom prst="rect">
            <a:avLst/>
          </a:prstGeom>
          <a:noFill/>
          <a:ln w="0">
            <a:noFill/>
          </a:ln>
        </p:spPr>
      </p:pic>
      <p:sp>
        <p:nvSpPr>
          <p:cNvPr id="29" name="PlaceHolder 1"/>
          <p:cNvSpPr>
            <a:spLocks noGrp="1"/>
          </p:cNvSpPr>
          <p:nvPr>
            <p:ph type="title"/>
          </p:nvPr>
        </p:nvSpPr>
        <p:spPr>
          <a:xfrm>
            <a:off x="1349640" y="326520"/>
            <a:ext cx="10254240" cy="533520"/>
          </a:xfrm>
          <a:prstGeom prst="rect">
            <a:avLst/>
          </a:prstGeom>
          <a:noFill/>
          <a:ln w="0">
            <a:noFill/>
          </a:ln>
        </p:spPr>
        <p:txBody>
          <a:bodyPr lIns="0" tIns="0" rIns="0" bIns="0" anchor="t">
            <a:noAutofit/>
          </a:bodyPr>
          <a:lstStyle>
            <a:lvl1pPr indent="0" algn="l">
              <a:buNone/>
              <a:defRPr lang="en-US" sz="3200" b="0" u="none" strike="noStrike">
                <a:solidFill>
                  <a:srgbClr val="000000"/>
                </a:solidFill>
                <a:effectLst/>
                <a:uFillTx/>
                <a:latin typeface="Calibri"/>
              </a:defRPr>
            </a:lvl1pPr>
          </a:lstStyle>
          <a:p>
            <a:pPr indent="0" algn="l">
              <a:buNone/>
            </a:pPr>
            <a:r>
              <a:rPr lang="en-US" sz="3200" b="0" u="none" strike="noStrike">
                <a:solidFill>
                  <a:srgbClr val="000000"/>
                </a:solidFill>
                <a:effectLst/>
                <a:uFillTx/>
                <a:latin typeface="Calibri"/>
              </a:rPr>
              <a:t>Click to edit the title text format</a:t>
            </a:r>
            <a:endParaRPr lang="en-US" sz="3200" b="0" u="none" strike="noStrike">
              <a:solidFill>
                <a:srgbClr val="000000"/>
              </a:solidFill>
              <a:effectLst/>
              <a:uFillTx/>
              <a:latin typeface="Calibri"/>
            </a:endParaRPr>
          </a:p>
        </p:txBody>
      </p:sp>
      <p:sp>
        <p:nvSpPr>
          <p:cNvPr id="30" name="PlaceHolder 2"/>
          <p:cNvSpPr>
            <a:spLocks noGrp="1"/>
          </p:cNvSpPr>
          <p:nvPr>
            <p:ph type="ftr" idx="10"/>
          </p:nvPr>
        </p:nvSpPr>
        <p:spPr>
          <a:xfrm>
            <a:off x="4074120" y="6441120"/>
            <a:ext cx="4679640" cy="228960"/>
          </a:xfrm>
          <a:prstGeom prst="rect">
            <a:avLst/>
          </a:prstGeom>
          <a:noFill/>
          <a:ln w="0">
            <a:noFill/>
          </a:ln>
        </p:spPr>
        <p:txBody>
          <a:bodyPr lIns="0" tIns="0" rIns="0" bIns="0" anchor="t">
            <a:noAutofit/>
          </a:bodyPr>
          <a:lstStyle>
            <a:lvl1pPr marL="12600" indent="0" algn="l">
              <a:lnSpc>
                <a:spcPts val="1664"/>
              </a:lnSpc>
              <a:buNone/>
              <a:defRPr lang="en-US" sz="1600" b="1" u="none" strike="noStrike">
                <a:solidFill>
                  <a:srgbClr val="888888"/>
                </a:solidFill>
                <a:effectLst/>
                <a:uFillTx/>
                <a:latin typeface="Cambria"/>
              </a:defRPr>
            </a:lvl1pPr>
          </a:lstStyle>
          <a:p>
            <a:pPr marL="12600" indent="0" algn="l">
              <a:lnSpc>
                <a:spcPts val="1664"/>
              </a:lnSpc>
              <a:buNone/>
            </a:pPr>
            <a:r>
              <a:rPr lang="en-US" sz="1600" b="1" u="none" strike="noStrike">
                <a:solidFill>
                  <a:srgbClr val="888888"/>
                </a:solidFill>
                <a:effectLst/>
                <a:uFillTx/>
                <a:latin typeface="Cambria"/>
              </a:rPr>
              <a:t> </a:t>
            </a:r>
            <a:endParaRPr lang="en-US" sz="1600" b="0" u="none" strike="noStrike">
              <a:solidFill>
                <a:srgbClr val="000000"/>
              </a:solidFill>
              <a:effectLst/>
              <a:uFillTx/>
              <a:latin typeface="Times New Roman"/>
            </a:endParaRPr>
          </a:p>
        </p:txBody>
      </p:sp>
      <p:sp>
        <p:nvSpPr>
          <p:cNvPr id="31" name="PlaceHolder 3"/>
          <p:cNvSpPr>
            <a:spLocks noGrp="1"/>
          </p:cNvSpPr>
          <p:nvPr>
            <p:ph type="dt" idx="11"/>
          </p:nvPr>
        </p:nvSpPr>
        <p:spPr>
          <a:xfrm>
            <a:off x="179640" y="6441120"/>
            <a:ext cx="1124280" cy="228960"/>
          </a:xfrm>
          <a:prstGeom prst="rect">
            <a:avLst/>
          </a:prstGeom>
          <a:noFill/>
          <a:ln w="0">
            <a:noFill/>
          </a:ln>
        </p:spPr>
        <p:txBody>
          <a:bodyPr lIns="0" tIns="0" rIns="0" bIns="0" anchor="t">
            <a:noAutofit/>
          </a:bodyPr>
          <a:lstStyle>
            <a:lvl1pPr marL="12600" indent="0" algn="l">
              <a:lnSpc>
                <a:spcPts val="1664"/>
              </a:lnSpc>
              <a:buNone/>
              <a:defRPr lang="en-US" sz="1600" b="1" u="none" spc="-20" strike="noStrike">
                <a:solidFill>
                  <a:srgbClr val="888888"/>
                </a:solidFill>
                <a:effectLst/>
                <a:uFillTx/>
                <a:latin typeface="Cambria"/>
              </a:defRPr>
            </a:lvl1pPr>
          </a:lstStyle>
          <a:p>
            <a:pPr marL="12600" indent="0" algn="l">
              <a:lnSpc>
                <a:spcPts val="1664"/>
              </a:lnSpc>
              <a:buNone/>
            </a:pPr>
            <a:r>
              <a:rPr lang="en-US" sz="1600" b="1" u="none" spc="-20" strike="noStrike">
                <a:solidFill>
                  <a:srgbClr val="888888"/>
                </a:solidFill>
                <a:effectLst/>
                <a:uFillTx/>
                <a:latin typeface="Cambria"/>
              </a:rPr>
              <a:t> </a:t>
            </a:r>
            <a:endParaRPr lang="en-US" sz="1600" b="0" u="none" strike="noStrike">
              <a:solidFill>
                <a:srgbClr val="000000"/>
              </a:solidFill>
              <a:effectLst/>
              <a:uFillTx/>
              <a:latin typeface="Times New Roman"/>
            </a:endParaRPr>
          </a:p>
        </p:txBody>
      </p:sp>
      <p:sp>
        <p:nvSpPr>
          <p:cNvPr id="32" name="PlaceHolder 4"/>
          <p:cNvSpPr>
            <a:spLocks noGrp="1"/>
          </p:cNvSpPr>
          <p:nvPr>
            <p:ph type="sldNum" idx="12"/>
          </p:nvPr>
        </p:nvSpPr>
        <p:spPr>
          <a:xfrm>
            <a:off x="11841120" y="6441120"/>
            <a:ext cx="209160" cy="228960"/>
          </a:xfrm>
          <a:prstGeom prst="rect">
            <a:avLst/>
          </a:prstGeom>
          <a:noFill/>
          <a:ln w="0">
            <a:noFill/>
          </a:ln>
        </p:spPr>
        <p:txBody>
          <a:bodyPr lIns="0" tIns="0" rIns="0" bIns="0" anchor="t">
            <a:noAutofit/>
          </a:bodyPr>
          <a:lstStyle>
            <a:lvl1pPr marL="38160" indent="0" algn="l">
              <a:lnSpc>
                <a:spcPts val="1664"/>
              </a:lnSpc>
              <a:buNone/>
              <a:defRPr lang="en-US" sz="1600" b="1" u="none" spc="-51" strike="noStrike">
                <a:solidFill>
                  <a:srgbClr val="888888"/>
                </a:solidFill>
                <a:effectLst/>
                <a:uFillTx/>
                <a:latin typeface="Cambria"/>
              </a:defRPr>
            </a:lvl1pPr>
          </a:lstStyle>
          <a:p>
            <a:pPr marL="38160" indent="0" algn="l">
              <a:lnSpc>
                <a:spcPts val="1664"/>
              </a:lnSpc>
              <a:buNone/>
            </a:pPr>
            <a:fld id="{DC4C071B-7C86-4FC5-AAEB-F12C1593C9A8}" type="slidenum">
              <a:rPr lang="en-US" sz="1600" b="1" u="none" spc="-51" strike="noStrike">
                <a:solidFill>
                  <a:srgbClr val="888888"/>
                </a:solidFill>
                <a:effectLst/>
                <a:uFillTx/>
                <a:latin typeface="Cambria"/>
              </a:rPr>
              <a:t>6</a:t>
            </a:fld>
            <a:endParaRPr lang="en-US" sz="16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Blank">
    <p:bg>
      <p:bgPr>
        <a:solidFill>
          <a:schemeClr val="lt1"/>
        </a:solidFill>
      </p:bgPr>
    </p:bg>
    <p:spTree>
      <p:nvGrpSpPr>
        <p:cNvPr id="1" name=""/>
        <p:cNvGrpSpPr/>
        <p:nvPr/>
      </p:nvGrpSpPr>
      <p:grpSpPr>
        <a:xfrm>
          <a:off x="0" y="0"/>
          <a:ext cx="0" cy="0"/>
          <a:chOff x="0" y="0"/>
          <a:chExt cx="0" cy="0"/>
        </a:xfrm>
      </p:grpSpPr>
      <p:sp>
        <p:nvSpPr>
          <p:cNvPr id="33" name="bg object 16"/>
          <p:cNvSpPr/>
          <p:nvPr/>
        </p:nvSpPr>
        <p:spPr>
          <a:xfrm>
            <a:off x="0" y="0"/>
            <a:ext cx="12191760" cy="1094400"/>
          </a:xfrm>
          <a:custGeom>
            <a:avLst/>
            <a:gdLst>
              <a:gd name="textAreaLeft" fmla="*/ 0 w 12191760"/>
              <a:gd name="textAreaRight" fmla="*/ 12192120 w 12191760"/>
              <a:gd name="textAreaTop" fmla="*/ 0 h 1094400"/>
              <a:gd name="textAreaBottom" fmla="*/ 1094760 h 1094400"/>
            </a:gdLst>
            <a:ahLst/>
            <a:cxnLst/>
            <a:rect l="textAreaLeft" t="textAreaTop" r="textAreaRight" b="textAreaBottom"/>
            <a:pathLst>
              <a:path w="12192000" h="1094740">
                <a:moveTo>
                  <a:pt x="12191999" y="1094703"/>
                </a:moveTo>
                <a:lnTo>
                  <a:pt x="0" y="1094703"/>
                </a:lnTo>
                <a:lnTo>
                  <a:pt x="0" y="0"/>
                </a:lnTo>
                <a:lnTo>
                  <a:pt x="12191999" y="0"/>
                </a:lnTo>
                <a:lnTo>
                  <a:pt x="12191999" y="1094703"/>
                </a:lnTo>
                <a:close/>
              </a:path>
            </a:pathLst>
          </a:custGeom>
          <a:solidFill>
            <a:srgbClr val="2F5496"/>
          </a:solidFill>
          <a:ln w="0">
            <a:noFill/>
          </a:ln>
        </p:spPr>
        <p:style>
          <a:lnRef idx="0"/>
          <a:fillRef idx="0"/>
          <a:effectRef idx="0"/>
          <a:fontRef idx="minor"/>
        </p:style>
        <p:txBody>
          <a:bodyPr lIns="0" tIns="0" rIns="0" bIns="0" anchor="t">
            <a:noAutofit/>
          </a:bodyPr>
          <a:p>
            <a:endParaRPr lang="en-US" sz="1800" b="0" u="none" strike="noStrike">
              <a:solidFill>
                <a:srgbClr val="FFFFFF"/>
              </a:solidFill>
              <a:effectLst/>
              <a:uFillTx/>
              <a:latin typeface="Arial"/>
            </a:endParaRPr>
          </a:p>
        </p:txBody>
      </p:sp>
      <p:sp>
        <p:nvSpPr>
          <p:cNvPr id="34" name="bg object 17"/>
          <p:cNvSpPr/>
          <p:nvPr/>
        </p:nvSpPr>
        <p:spPr>
          <a:xfrm>
            <a:off x="0" y="0"/>
            <a:ext cx="12191760" cy="1094400"/>
          </a:xfrm>
          <a:custGeom>
            <a:avLst/>
            <a:gdLst>
              <a:gd name="textAreaLeft" fmla="*/ 0 w 12191760"/>
              <a:gd name="textAreaRight" fmla="*/ 12192120 w 12191760"/>
              <a:gd name="textAreaTop" fmla="*/ 0 h 1094400"/>
              <a:gd name="textAreaBottom" fmla="*/ 1094760 h 1094400"/>
            </a:gdLst>
            <a:ahLst/>
            <a:cxnLst/>
            <a:rect l="textAreaLeft" t="textAreaTop" r="textAreaRight" b="textAreaBottom"/>
            <a:pathLst>
              <a:path w="12192000" h="1094740">
                <a:moveTo>
                  <a:pt x="0" y="0"/>
                </a:moveTo>
                <a:lnTo>
                  <a:pt x="12191999" y="0"/>
                </a:lnTo>
                <a:lnTo>
                  <a:pt x="12191999" y="1094703"/>
                </a:lnTo>
                <a:lnTo>
                  <a:pt x="0" y="1094703"/>
                </a:lnTo>
                <a:lnTo>
                  <a:pt x="0" y="0"/>
                </a:lnTo>
                <a:close/>
              </a:path>
            </a:pathLst>
          </a:custGeom>
          <a:noFill/>
          <a:ln w="12699">
            <a:solidFill>
              <a:srgbClr val="1B3052"/>
            </a:solidFill>
            <a:round/>
          </a:ln>
        </p:spPr>
        <p:style>
          <a:lnRef idx="0"/>
          <a:fillRef idx="0"/>
          <a:effectRef idx="0"/>
          <a:fontRef idx="minor"/>
        </p:style>
        <p:txBody>
          <a:bodyPr lIns="0" tIns="0" rIns="0" bIns="0" anchor="t">
            <a:noAutofit/>
          </a:bodyPr>
          <a:p>
            <a:endParaRPr lang="en-US" sz="1800" b="0" u="none" strike="noStrike">
              <a:solidFill>
                <a:srgbClr val="000000"/>
              </a:solidFill>
              <a:effectLst/>
              <a:uFillTx/>
              <a:latin typeface="Arial"/>
            </a:endParaRPr>
          </a:p>
        </p:txBody>
      </p:sp>
      <p:pic>
        <p:nvPicPr>
          <p:cNvPr id="35" name="bg object 18"/>
          <p:cNvPicPr/>
          <p:nvPr/>
        </p:nvPicPr>
        <p:blipFill>
          <a:blip r:embed="rId2"/>
          <a:stretch/>
        </p:blipFill>
        <p:spPr>
          <a:xfrm>
            <a:off x="0" y="0"/>
            <a:ext cx="1190880" cy="1107360"/>
          </a:xfrm>
          <a:prstGeom prst="rect">
            <a:avLst/>
          </a:prstGeom>
          <a:noFill/>
          <a:ln w="0">
            <a:noFill/>
          </a:ln>
        </p:spPr>
      </p:pic>
      <p:sp>
        <p:nvSpPr>
          <p:cNvPr id="36" name="PlaceHolder 1"/>
          <p:cNvSpPr>
            <a:spLocks noGrp="1"/>
          </p:cNvSpPr>
          <p:nvPr>
            <p:ph type="ftr" idx="13"/>
          </p:nvPr>
        </p:nvSpPr>
        <p:spPr>
          <a:xfrm>
            <a:off x="4074120" y="6441120"/>
            <a:ext cx="4679640" cy="228960"/>
          </a:xfrm>
          <a:prstGeom prst="rect">
            <a:avLst/>
          </a:prstGeom>
          <a:noFill/>
          <a:ln w="0">
            <a:noFill/>
          </a:ln>
        </p:spPr>
        <p:txBody>
          <a:bodyPr lIns="0" tIns="0" rIns="0" bIns="0" anchor="t">
            <a:noAutofit/>
          </a:bodyPr>
          <a:lstStyle>
            <a:lvl1pPr marL="12600" indent="0" algn="l">
              <a:lnSpc>
                <a:spcPts val="1664"/>
              </a:lnSpc>
              <a:buNone/>
              <a:defRPr lang="en-US" sz="1600" b="1" u="none" strike="noStrike">
                <a:solidFill>
                  <a:srgbClr val="888888"/>
                </a:solidFill>
                <a:effectLst/>
                <a:uFillTx/>
                <a:latin typeface="Cambria"/>
              </a:defRPr>
            </a:lvl1pPr>
          </a:lstStyle>
          <a:p>
            <a:pPr marL="12600" indent="0" algn="l">
              <a:lnSpc>
                <a:spcPts val="1664"/>
              </a:lnSpc>
              <a:buNone/>
            </a:pPr>
            <a:r>
              <a:rPr lang="en-US" sz="1600" b="1" u="none" strike="noStrike">
                <a:solidFill>
                  <a:srgbClr val="888888"/>
                </a:solidFill>
                <a:effectLst/>
                <a:uFillTx/>
                <a:latin typeface="Cambria"/>
              </a:rPr>
              <a:t> </a:t>
            </a:r>
            <a:endParaRPr lang="en-US" sz="1600" b="0" u="none" strike="noStrike">
              <a:solidFill>
                <a:srgbClr val="000000"/>
              </a:solidFill>
              <a:effectLst/>
              <a:uFillTx/>
              <a:latin typeface="Times New Roman"/>
            </a:endParaRPr>
          </a:p>
        </p:txBody>
      </p:sp>
      <p:sp>
        <p:nvSpPr>
          <p:cNvPr id="37" name="PlaceHolder 2"/>
          <p:cNvSpPr>
            <a:spLocks noGrp="1"/>
          </p:cNvSpPr>
          <p:nvPr>
            <p:ph type="dt" idx="14"/>
          </p:nvPr>
        </p:nvSpPr>
        <p:spPr>
          <a:xfrm>
            <a:off x="179640" y="6441120"/>
            <a:ext cx="1124280" cy="228960"/>
          </a:xfrm>
          <a:prstGeom prst="rect">
            <a:avLst/>
          </a:prstGeom>
          <a:noFill/>
          <a:ln w="0">
            <a:noFill/>
          </a:ln>
        </p:spPr>
        <p:txBody>
          <a:bodyPr lIns="0" tIns="0" rIns="0" bIns="0" anchor="t">
            <a:noAutofit/>
          </a:bodyPr>
          <a:lstStyle>
            <a:lvl1pPr marL="12600" indent="0" algn="l">
              <a:lnSpc>
                <a:spcPts val="1664"/>
              </a:lnSpc>
              <a:buNone/>
              <a:defRPr lang="en-US" sz="1600" b="1" u="none" spc="-20" strike="noStrike">
                <a:solidFill>
                  <a:srgbClr val="888888"/>
                </a:solidFill>
                <a:effectLst/>
                <a:uFillTx/>
                <a:latin typeface="Cambria"/>
              </a:defRPr>
            </a:lvl1pPr>
          </a:lstStyle>
          <a:p>
            <a:pPr marL="12600" indent="0" algn="l">
              <a:lnSpc>
                <a:spcPts val="1664"/>
              </a:lnSpc>
              <a:buNone/>
            </a:pPr>
            <a:r>
              <a:rPr lang="en-US" sz="1600" b="1" u="none" spc="-20" strike="noStrike">
                <a:solidFill>
                  <a:srgbClr val="888888"/>
                </a:solidFill>
                <a:effectLst/>
                <a:uFillTx/>
                <a:latin typeface="Cambria"/>
              </a:rPr>
              <a:t> </a:t>
            </a:r>
            <a:endParaRPr lang="en-US" sz="1600" b="0" u="none" strike="noStrike">
              <a:solidFill>
                <a:srgbClr val="000000"/>
              </a:solidFill>
              <a:effectLst/>
              <a:uFillTx/>
              <a:latin typeface="Times New Roman"/>
            </a:endParaRPr>
          </a:p>
        </p:txBody>
      </p:sp>
      <p:sp>
        <p:nvSpPr>
          <p:cNvPr id="38" name="PlaceHolder 3"/>
          <p:cNvSpPr>
            <a:spLocks noGrp="1"/>
          </p:cNvSpPr>
          <p:nvPr>
            <p:ph type="sldNum" idx="15"/>
          </p:nvPr>
        </p:nvSpPr>
        <p:spPr>
          <a:xfrm>
            <a:off x="11841120" y="6441120"/>
            <a:ext cx="209160" cy="228960"/>
          </a:xfrm>
          <a:prstGeom prst="rect">
            <a:avLst/>
          </a:prstGeom>
          <a:noFill/>
          <a:ln w="0">
            <a:noFill/>
          </a:ln>
        </p:spPr>
        <p:txBody>
          <a:bodyPr lIns="0" tIns="0" rIns="0" bIns="0" anchor="t">
            <a:noAutofit/>
          </a:bodyPr>
          <a:lstStyle>
            <a:lvl1pPr marL="38160" indent="0" algn="l">
              <a:lnSpc>
                <a:spcPts val="1664"/>
              </a:lnSpc>
              <a:buNone/>
              <a:defRPr lang="en-US" sz="1600" b="1" u="none" spc="-51" strike="noStrike">
                <a:solidFill>
                  <a:srgbClr val="888888"/>
                </a:solidFill>
                <a:effectLst/>
                <a:uFillTx/>
                <a:latin typeface="Cambria"/>
              </a:defRPr>
            </a:lvl1pPr>
          </a:lstStyle>
          <a:p>
            <a:pPr marL="38160" indent="0" algn="l">
              <a:lnSpc>
                <a:spcPts val="1664"/>
              </a:lnSpc>
              <a:buNone/>
            </a:pPr>
            <a:fld id="{9B64D577-B819-470A-B674-54CBC3006ED4}" type="slidenum">
              <a:rPr lang="en-US" sz="1600" b="1" u="none" spc="-51" strike="noStrike">
                <a:solidFill>
                  <a:srgbClr val="888888"/>
                </a:solidFill>
                <a:effectLst/>
                <a:uFillTx/>
                <a:latin typeface="Cambria"/>
              </a:rPr>
              <a:t>6</a:t>
            </a:fld>
            <a:endParaRPr lang="en-US" sz="1600" b="0" u="none" strike="noStrike">
              <a:solidFill>
                <a:srgbClr val="000000"/>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2.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2.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
<Relationships xmlns="http://schemas.openxmlformats.org/package/2006/relationships"><Relationship Id="rId1" Type="http://schemas.openxmlformats.org/officeDocument/2006/relationships/hyperlink" Target="https://www.researchgate.net/profile/Samuel-Gabriel-6/publication/AI-Driven-Administrative-Systems-and-the-Future-of-Citizen-Government-Interactions.pdf" TargetMode="External"/><Relationship Id="rId2" Type="http://schemas.openxmlformats.org/officeDocument/2006/relationships/hyperlink" Target="https://www.readingmatrix.com/files/34-pu6skrn7.pdf" TargetMode="External"/><Relationship Id="rId3" Type="http://schemas.openxmlformats.org/officeDocument/2006/relationships/slideLayout" Target="../slideLayouts/slideLayout2.xml"/>
</Relationships>
</file>

<file path=ppt/slides/_rels/slide17.xml.rels><?xml version="1.0" encoding="UTF-8"?>
<Relationships xmlns="http://schemas.openxmlformats.org/package/2006/relationships"><Relationship Id="rId1" Type="http://schemas.openxmlformats.org/officeDocument/2006/relationships/hyperlink" Target="https://bush.tamu.edu/wp-content/uploads/2025/06/Davis_Final-Report_Inquiry-into-AI-as-related-to-Emerg-Mgmt_24-25.pdf" TargetMode="External"/><Relationship Id="rId2" Type="http://schemas.openxmlformats.org/officeDocument/2006/relationships/hyperlink" Target="https://hal.science/hal-05140138/" TargetMode="External"/><Relationship Id="rId3" Type="http://schemas.openxmlformats.org/officeDocument/2006/relationships/slideLayout" Target="../slideLayouts/slideLayout2.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 name="PlaceHolder 1"/>
          <p:cNvSpPr>
            <a:spLocks noGrp="1"/>
          </p:cNvSpPr>
          <p:nvPr>
            <p:ph type="title"/>
          </p:nvPr>
        </p:nvSpPr>
        <p:spPr>
          <a:xfrm>
            <a:off x="1349640" y="326520"/>
            <a:ext cx="10254240" cy="582840"/>
          </a:xfrm>
          <a:prstGeom prst="rect">
            <a:avLst/>
          </a:prstGeom>
          <a:noFill/>
          <a:ln w="0">
            <a:noFill/>
          </a:ln>
        </p:spPr>
        <p:txBody>
          <a:bodyPr lIns="0" tIns="94680" rIns="0" bIns="0" anchor="t">
            <a:spAutoFit/>
          </a:bodyPr>
          <a:p>
            <a:pPr marL="12600" indent="0" algn="ctr">
              <a:lnSpc>
                <a:spcPct val="100000"/>
              </a:lnSpc>
              <a:spcBef>
                <a:spcPts val="99"/>
              </a:spcBef>
              <a:buNone/>
            </a:pPr>
            <a:r>
              <a:rPr lang="en-US" sz="2800" b="1" u="none" spc="-26" strike="noStrike">
                <a:solidFill>
                  <a:schemeClr val="lt1"/>
                </a:solidFill>
                <a:effectLst/>
                <a:uFillTx/>
                <a:latin typeface="Cambria"/>
                <a:ea typeface="Cambria"/>
              </a:rPr>
              <a:t>DEPARTMENT</a:t>
            </a:r>
            <a:r>
              <a:rPr lang="en-US" sz="2800" b="1" u="none" spc="-71" strike="noStrike">
                <a:solidFill>
                  <a:schemeClr val="lt1"/>
                </a:solidFill>
                <a:effectLst/>
                <a:uFillTx/>
                <a:latin typeface="Cambria"/>
                <a:ea typeface="Cambria"/>
              </a:rPr>
              <a:t> </a:t>
            </a:r>
            <a:r>
              <a:rPr lang="en-US" sz="2800" b="1" u="none" strike="noStrike">
                <a:solidFill>
                  <a:schemeClr val="lt1"/>
                </a:solidFill>
                <a:effectLst/>
                <a:uFillTx/>
                <a:latin typeface="Cambria"/>
                <a:ea typeface="Cambria"/>
              </a:rPr>
              <a:t>OF</a:t>
            </a:r>
            <a:r>
              <a:rPr lang="en-US" sz="2800" b="1" u="none" spc="-71" strike="noStrike">
                <a:solidFill>
                  <a:schemeClr val="lt1"/>
                </a:solidFill>
                <a:effectLst/>
                <a:uFillTx/>
                <a:latin typeface="Cambria"/>
                <a:ea typeface="Cambria"/>
              </a:rPr>
              <a:t> </a:t>
            </a:r>
            <a:r>
              <a:rPr lang="en-US" sz="2800" b="1" u="none" spc="-26" strike="noStrike">
                <a:solidFill>
                  <a:schemeClr val="lt1"/>
                </a:solidFill>
                <a:effectLst/>
                <a:uFillTx/>
                <a:latin typeface="Cambria"/>
                <a:ea typeface="Cambria"/>
              </a:rPr>
              <a:t>INFORMATION</a:t>
            </a:r>
            <a:r>
              <a:rPr lang="en-US" sz="2800" b="1" u="none" spc="-71" strike="noStrike">
                <a:solidFill>
                  <a:schemeClr val="lt1"/>
                </a:solidFill>
                <a:effectLst/>
                <a:uFillTx/>
                <a:latin typeface="Cambria"/>
                <a:ea typeface="Cambria"/>
              </a:rPr>
              <a:t> </a:t>
            </a:r>
            <a:r>
              <a:rPr lang="en-US" sz="2800" b="1" u="none" strike="noStrike">
                <a:solidFill>
                  <a:schemeClr val="lt1"/>
                </a:solidFill>
                <a:effectLst/>
                <a:uFillTx/>
                <a:latin typeface="Cambria"/>
                <a:ea typeface="Cambria"/>
              </a:rPr>
              <a:t>SCIENCE</a:t>
            </a:r>
            <a:r>
              <a:rPr lang="en-US" sz="2800" b="1" u="none" spc="-74" strike="noStrike">
                <a:solidFill>
                  <a:schemeClr val="lt1"/>
                </a:solidFill>
                <a:effectLst/>
                <a:uFillTx/>
                <a:latin typeface="Cambria"/>
                <a:ea typeface="Cambria"/>
              </a:rPr>
              <a:t> </a:t>
            </a:r>
            <a:r>
              <a:rPr lang="en-US" sz="2800" b="1" u="none" strike="noStrike">
                <a:solidFill>
                  <a:schemeClr val="lt1"/>
                </a:solidFill>
                <a:effectLst/>
                <a:uFillTx/>
                <a:latin typeface="Cambria"/>
                <a:ea typeface="Cambria"/>
              </a:rPr>
              <a:t>&amp;</a:t>
            </a:r>
            <a:r>
              <a:rPr lang="en-US" sz="2800" b="1" u="none" spc="-71" strike="noStrike">
                <a:solidFill>
                  <a:schemeClr val="lt1"/>
                </a:solidFill>
                <a:effectLst/>
                <a:uFillTx/>
                <a:latin typeface="Cambria"/>
                <a:ea typeface="Cambria"/>
              </a:rPr>
              <a:t> </a:t>
            </a:r>
            <a:r>
              <a:rPr lang="en-US" sz="2800" b="1" u="none" spc="-11" strike="noStrike">
                <a:solidFill>
                  <a:schemeClr val="lt1"/>
                </a:solidFill>
                <a:effectLst/>
                <a:uFillTx/>
                <a:latin typeface="Cambria"/>
                <a:ea typeface="Cambria"/>
              </a:rPr>
              <a:t>ENGINEERING</a:t>
            </a:r>
            <a:endParaRPr lang="en-US" sz="2800" b="0" u="none" strike="noStrike">
              <a:solidFill>
                <a:srgbClr val="000000"/>
              </a:solidFill>
              <a:effectLst/>
              <a:uFillTx/>
              <a:latin typeface="Calibri"/>
            </a:endParaRPr>
          </a:p>
        </p:txBody>
      </p:sp>
      <p:sp>
        <p:nvSpPr>
          <p:cNvPr id="40" name="object 3"/>
          <p:cNvSpPr/>
          <p:nvPr/>
        </p:nvSpPr>
        <p:spPr>
          <a:xfrm>
            <a:off x="380880" y="1955160"/>
            <a:ext cx="11429640" cy="1428120"/>
          </a:xfrm>
          <a:prstGeom prst="rect">
            <a:avLst/>
          </a:prstGeom>
          <a:noFill/>
          <a:ln w="0">
            <a:noFill/>
          </a:ln>
        </p:spPr>
        <p:style>
          <a:lnRef idx="0"/>
          <a:fillRef idx="0"/>
          <a:effectRef idx="0"/>
          <a:fontRef idx="minor"/>
        </p:style>
        <p:txBody>
          <a:bodyPr lIns="0" tIns="12600" rIns="0" bIns="0" anchor="t">
            <a:spAutoFit/>
          </a:bodyPr>
          <a:p>
            <a:pPr algn="ctr">
              <a:lnSpc>
                <a:spcPct val="100000"/>
              </a:lnSpc>
              <a:spcBef>
                <a:spcPts val="99"/>
              </a:spcBef>
            </a:pPr>
            <a:r>
              <a:rPr lang="en-US" sz="3600" b="1" u="none" strike="noStrike">
                <a:solidFill>
                  <a:srgbClr val="000000"/>
                </a:solidFill>
                <a:effectLst/>
                <a:uFillTx/>
                <a:latin typeface="Cambria"/>
                <a:ea typeface="Cambria"/>
              </a:rPr>
              <a:t>MINI</a:t>
            </a:r>
            <a:r>
              <a:rPr lang="en-US" sz="3600" b="1" u="none" spc="-139" strike="noStrike">
                <a:solidFill>
                  <a:srgbClr val="000000"/>
                </a:solidFill>
                <a:effectLst/>
                <a:uFillTx/>
                <a:latin typeface="Cambria"/>
                <a:ea typeface="Cambria"/>
              </a:rPr>
              <a:t> </a:t>
            </a:r>
            <a:r>
              <a:rPr lang="en-US" sz="3600" b="1" u="none" strike="noStrike">
                <a:solidFill>
                  <a:srgbClr val="000000"/>
                </a:solidFill>
                <a:effectLst/>
                <a:uFillTx/>
                <a:latin typeface="Cambria"/>
                <a:ea typeface="Cambria"/>
              </a:rPr>
              <a:t>PROJECT</a:t>
            </a:r>
            <a:r>
              <a:rPr lang="en-US" sz="3600" b="1" u="none" spc="-136" strike="noStrike">
                <a:solidFill>
                  <a:srgbClr val="000000"/>
                </a:solidFill>
                <a:effectLst/>
                <a:uFillTx/>
                <a:latin typeface="Cambria"/>
                <a:ea typeface="Cambria"/>
              </a:rPr>
              <a:t> </a:t>
            </a:r>
            <a:r>
              <a:rPr lang="en-US" sz="3600" b="1" u="none" spc="-136" strike="noStrike">
                <a:solidFill>
                  <a:srgbClr val="000000"/>
                </a:solidFill>
                <a:effectLst/>
                <a:uFillTx/>
                <a:latin typeface="Cambria"/>
                <a:ea typeface="Cambria"/>
              </a:rPr>
              <a:t>II </a:t>
            </a:r>
            <a:r>
              <a:rPr lang="en-US" sz="3600" b="1" u="none" spc="-11" strike="noStrike">
                <a:solidFill>
                  <a:srgbClr val="000000"/>
                </a:solidFill>
                <a:effectLst/>
                <a:uFillTx/>
                <a:latin typeface="Cambria"/>
                <a:ea typeface="Cambria"/>
              </a:rPr>
              <a:t>(PROJ22IS66)</a:t>
            </a:r>
            <a:endParaRPr lang="en-US" sz="3600" b="0" u="none" strike="noStrike">
              <a:solidFill>
                <a:srgbClr val="000000"/>
              </a:solidFill>
              <a:effectLst/>
              <a:uFillTx/>
              <a:latin typeface="Arial"/>
            </a:endParaRPr>
          </a:p>
          <a:p>
            <a:pPr algn="ctr" defTabSz="914400">
              <a:lnSpc>
                <a:spcPct val="100000"/>
              </a:lnSpc>
            </a:pPr>
            <a:r>
              <a:rPr lang="en-US" sz="2800" b="0" u="none" strike="noStrike">
                <a:solidFill>
                  <a:srgbClr val="000000"/>
                </a:solidFill>
                <a:effectLst/>
                <a:uFillTx/>
                <a:latin typeface="Times New Roman"/>
                <a:ea typeface="Cambria"/>
              </a:rPr>
              <a:t>CivicFlow — AI Civic Issue Triage Assistant to enhance the system performance</a:t>
            </a:r>
            <a:endParaRPr lang="en-US" sz="2800" b="0" u="none" strike="noStrike">
              <a:solidFill>
                <a:srgbClr val="000000"/>
              </a:solidFill>
              <a:effectLst/>
              <a:uFillTx/>
              <a:latin typeface="Arial"/>
            </a:endParaRPr>
          </a:p>
        </p:txBody>
      </p:sp>
      <p:sp>
        <p:nvSpPr>
          <p:cNvPr id="41" name="object 4"/>
          <p:cNvSpPr/>
          <p:nvPr/>
        </p:nvSpPr>
        <p:spPr>
          <a:xfrm>
            <a:off x="228600" y="4321800"/>
            <a:ext cx="2323800" cy="381960"/>
          </a:xfrm>
          <a:prstGeom prst="rect">
            <a:avLst/>
          </a:prstGeom>
          <a:noFill/>
          <a:ln w="0">
            <a:noFill/>
          </a:ln>
        </p:spPr>
        <p:style>
          <a:lnRef idx="0"/>
          <a:fillRef idx="0"/>
          <a:effectRef idx="0"/>
          <a:fontRef idx="minor"/>
        </p:style>
        <p:txBody>
          <a:bodyPr lIns="0" tIns="12600" rIns="0" bIns="0" anchor="t">
            <a:spAutoFit/>
          </a:bodyPr>
          <a:p>
            <a:pPr marL="12600">
              <a:lnSpc>
                <a:spcPct val="100000"/>
              </a:lnSpc>
              <a:spcBef>
                <a:spcPts val="99"/>
              </a:spcBef>
            </a:pPr>
            <a:r>
              <a:rPr lang="en-US" sz="2400" b="0" u="none" spc="-11" strike="noStrike">
                <a:solidFill>
                  <a:srgbClr val="000000"/>
                </a:solidFill>
                <a:effectLst/>
                <a:uFillTx/>
                <a:latin typeface="Cambria"/>
                <a:ea typeface="Cambria"/>
              </a:rPr>
              <a:t>Presented</a:t>
            </a:r>
            <a:r>
              <a:rPr lang="en-US" sz="2400" b="0" u="none" spc="-105" strike="noStrike">
                <a:solidFill>
                  <a:srgbClr val="000000"/>
                </a:solidFill>
                <a:effectLst/>
                <a:uFillTx/>
                <a:latin typeface="Calibri"/>
                <a:ea typeface="Cambria"/>
              </a:rPr>
              <a:t> </a:t>
            </a:r>
            <a:r>
              <a:rPr lang="en-US" sz="2400" b="0" u="none" spc="-26" strike="noStrike">
                <a:solidFill>
                  <a:srgbClr val="000000"/>
                </a:solidFill>
                <a:effectLst/>
                <a:uFillTx/>
                <a:latin typeface="Calibri"/>
                <a:ea typeface="Cambria"/>
              </a:rPr>
              <a:t>by:</a:t>
            </a:r>
            <a:endParaRPr lang="en-US" sz="2400" b="0" u="none" strike="noStrike">
              <a:solidFill>
                <a:srgbClr val="000000"/>
              </a:solidFill>
              <a:effectLst/>
              <a:uFillTx/>
              <a:latin typeface="Arial"/>
            </a:endParaRPr>
          </a:p>
        </p:txBody>
      </p:sp>
      <p:sp>
        <p:nvSpPr>
          <p:cNvPr id="42" name="object 6"/>
          <p:cNvSpPr/>
          <p:nvPr/>
        </p:nvSpPr>
        <p:spPr>
          <a:xfrm>
            <a:off x="8100720" y="4460400"/>
            <a:ext cx="3709800" cy="381960"/>
          </a:xfrm>
          <a:prstGeom prst="rect">
            <a:avLst/>
          </a:prstGeom>
          <a:noFill/>
          <a:ln w="0">
            <a:noFill/>
          </a:ln>
        </p:spPr>
        <p:style>
          <a:lnRef idx="0"/>
          <a:fillRef idx="0"/>
          <a:effectRef idx="0"/>
          <a:fontRef idx="minor"/>
        </p:style>
        <p:txBody>
          <a:bodyPr lIns="0" tIns="12600" rIns="0" bIns="0" anchor="t">
            <a:spAutoFit/>
          </a:bodyPr>
          <a:p>
            <a:pPr marL="12600">
              <a:lnSpc>
                <a:spcPct val="100000"/>
              </a:lnSpc>
              <a:spcBef>
                <a:spcPts val="99"/>
              </a:spcBef>
            </a:pPr>
            <a:r>
              <a:rPr lang="en-US" sz="2400" b="0" u="none" strike="noStrike">
                <a:solidFill>
                  <a:srgbClr val="000000"/>
                </a:solidFill>
                <a:effectLst/>
                <a:uFillTx/>
                <a:latin typeface="Cambria"/>
                <a:ea typeface="Cambria"/>
              </a:rPr>
              <a:t>Under</a:t>
            </a:r>
            <a:r>
              <a:rPr lang="en-US" sz="2400" b="0" u="none" spc="-91" strike="noStrike">
                <a:solidFill>
                  <a:srgbClr val="000000"/>
                </a:solidFill>
                <a:effectLst/>
                <a:uFillTx/>
                <a:latin typeface="Cambria"/>
                <a:ea typeface="Cambria"/>
              </a:rPr>
              <a:t> </a:t>
            </a:r>
            <a:r>
              <a:rPr lang="en-US" sz="2400" b="0" u="none" strike="noStrike">
                <a:solidFill>
                  <a:srgbClr val="000000"/>
                </a:solidFill>
                <a:effectLst/>
                <a:uFillTx/>
                <a:latin typeface="Cambria"/>
                <a:ea typeface="Cambria"/>
              </a:rPr>
              <a:t>the</a:t>
            </a:r>
            <a:r>
              <a:rPr lang="en-US" sz="2400" b="0" u="none" spc="-85" strike="noStrike">
                <a:solidFill>
                  <a:srgbClr val="000000"/>
                </a:solidFill>
                <a:effectLst/>
                <a:uFillTx/>
                <a:latin typeface="Cambria"/>
                <a:ea typeface="Cambria"/>
              </a:rPr>
              <a:t> </a:t>
            </a:r>
            <a:r>
              <a:rPr lang="en-US" sz="2400" b="0" u="none" strike="noStrike">
                <a:solidFill>
                  <a:srgbClr val="000000"/>
                </a:solidFill>
                <a:effectLst/>
                <a:uFillTx/>
                <a:latin typeface="Cambria"/>
                <a:ea typeface="Cambria"/>
              </a:rPr>
              <a:t>guidance</a:t>
            </a:r>
            <a:r>
              <a:rPr lang="en-US" sz="2400" b="0" u="none" spc="-91" strike="noStrike">
                <a:solidFill>
                  <a:srgbClr val="000000"/>
                </a:solidFill>
                <a:effectLst/>
                <a:uFillTx/>
                <a:latin typeface="Cambria"/>
                <a:ea typeface="Cambria"/>
              </a:rPr>
              <a:t> </a:t>
            </a:r>
            <a:r>
              <a:rPr lang="en-US" sz="2400" b="0" u="none" spc="-26" strike="noStrike">
                <a:solidFill>
                  <a:srgbClr val="000000"/>
                </a:solidFill>
                <a:effectLst/>
                <a:uFillTx/>
                <a:latin typeface="Cambria"/>
                <a:ea typeface="Cambria"/>
              </a:rPr>
              <a:t>of:</a:t>
            </a:r>
            <a:endParaRPr lang="en-US" sz="2400" b="0" u="none" strike="noStrike">
              <a:solidFill>
                <a:srgbClr val="000000"/>
              </a:solidFill>
              <a:effectLst/>
              <a:uFillTx/>
              <a:latin typeface="Arial"/>
            </a:endParaRPr>
          </a:p>
        </p:txBody>
      </p:sp>
      <p:sp>
        <p:nvSpPr>
          <p:cNvPr id="43" name="object 7"/>
          <p:cNvSpPr/>
          <p:nvPr/>
        </p:nvSpPr>
        <p:spPr>
          <a:xfrm>
            <a:off x="7010280" y="4842360"/>
            <a:ext cx="6171840" cy="1120320"/>
          </a:xfrm>
          <a:prstGeom prst="rect">
            <a:avLst/>
          </a:prstGeom>
          <a:noFill/>
          <a:ln w="0">
            <a:noFill/>
          </a:ln>
        </p:spPr>
        <p:style>
          <a:lnRef idx="0"/>
          <a:fillRef idx="0"/>
          <a:effectRef idx="0"/>
          <a:fontRef idx="minor"/>
        </p:style>
        <p:txBody>
          <a:bodyPr lIns="0" tIns="12600" rIns="0" bIns="0" anchor="t">
            <a:spAutoFit/>
          </a:bodyPr>
          <a:p>
            <a:pPr marL="12600" indent="895320" defTabSz="914400">
              <a:lnSpc>
                <a:spcPct val="100000"/>
              </a:lnSpc>
              <a:tabLst>
                <a:tab pos="0" algn="l"/>
              </a:tabLst>
            </a:pPr>
            <a:r>
              <a:rPr lang="en-US" sz="2400" b="0" u="none" spc="-11" strike="noStrike">
                <a:solidFill>
                  <a:srgbClr val="000000"/>
                </a:solidFill>
                <a:effectLst/>
                <a:uFillTx/>
                <a:latin typeface="Times New Roman"/>
              </a:rPr>
              <a:t>  </a:t>
            </a:r>
            <a:r>
              <a:rPr lang="en-US" sz="2400" b="0" u="none" strike="noStrike">
                <a:solidFill>
                  <a:srgbClr val="000000"/>
                </a:solidFill>
                <a:effectLst/>
                <a:uFillTx/>
                <a:latin typeface="Times New Roman"/>
                <a:ea typeface="Times New Roman"/>
              </a:rPr>
              <a:t>        Dr. Vaidehi M</a:t>
            </a:r>
            <a:endParaRPr lang="en-US" sz="2400" b="0" u="none" strike="noStrike">
              <a:solidFill>
                <a:srgbClr val="000000"/>
              </a:solidFill>
              <a:effectLst/>
              <a:uFillTx/>
              <a:latin typeface="Arial"/>
            </a:endParaRPr>
          </a:p>
          <a:p>
            <a:pPr marL="12600" indent="895320" defTabSz="914400">
              <a:lnSpc>
                <a:spcPct val="100000"/>
              </a:lnSpc>
              <a:tabLst>
                <a:tab pos="0" algn="l"/>
              </a:tabLst>
            </a:pPr>
            <a:r>
              <a:rPr lang="en-US" sz="2400" b="0" u="none" strike="noStrike">
                <a:solidFill>
                  <a:srgbClr val="000000"/>
                </a:solidFill>
                <a:effectLst/>
                <a:uFillTx/>
                <a:latin typeface="Times New Roman"/>
                <a:ea typeface="Times New Roman"/>
              </a:rPr>
              <a:t>               Professor</a:t>
            </a:r>
            <a:endParaRPr lang="en-US" sz="2400" b="0" u="none" strike="noStrike">
              <a:solidFill>
                <a:srgbClr val="000000"/>
              </a:solidFill>
              <a:effectLst/>
              <a:uFillTx/>
              <a:latin typeface="Arial"/>
            </a:endParaRPr>
          </a:p>
          <a:p>
            <a:pPr marL="12600" indent="895320" defTabSz="914400">
              <a:lnSpc>
                <a:spcPct val="100000"/>
              </a:lnSpc>
              <a:tabLst>
                <a:tab pos="0" algn="l"/>
              </a:tabLst>
            </a:pPr>
            <a:r>
              <a:rPr lang="en-US" sz="2400" b="0" u="none" strike="noStrike">
                <a:solidFill>
                  <a:srgbClr val="000000"/>
                </a:solidFill>
                <a:effectLst/>
                <a:uFillTx/>
                <a:latin typeface="Times New Roman"/>
                <a:ea typeface="Times New Roman"/>
              </a:rPr>
              <a:t>Dept.</a:t>
            </a:r>
            <a:r>
              <a:rPr lang="en-US" sz="2400" b="0" u="none" spc="-40" strike="noStrike">
                <a:solidFill>
                  <a:srgbClr val="000000"/>
                </a:solidFill>
                <a:effectLst/>
                <a:uFillTx/>
                <a:latin typeface="Times New Roman"/>
                <a:ea typeface="Times New Roman"/>
              </a:rPr>
              <a:t> </a:t>
            </a:r>
            <a:r>
              <a:rPr lang="en-US" sz="2400" b="0" u="none" strike="noStrike">
                <a:solidFill>
                  <a:srgbClr val="000000"/>
                </a:solidFill>
                <a:effectLst/>
                <a:uFillTx/>
                <a:latin typeface="Times New Roman"/>
                <a:ea typeface="Times New Roman"/>
              </a:rPr>
              <a:t>of</a:t>
            </a:r>
            <a:r>
              <a:rPr lang="en-US" sz="2400" b="0" u="none" spc="-34" strike="noStrike">
                <a:solidFill>
                  <a:srgbClr val="000000"/>
                </a:solidFill>
                <a:effectLst/>
                <a:uFillTx/>
                <a:latin typeface="Times New Roman"/>
                <a:ea typeface="Times New Roman"/>
              </a:rPr>
              <a:t> </a:t>
            </a:r>
            <a:r>
              <a:rPr lang="en-US" sz="2400" b="0" u="none" strike="noStrike">
                <a:solidFill>
                  <a:srgbClr val="000000"/>
                </a:solidFill>
                <a:effectLst/>
                <a:uFillTx/>
                <a:latin typeface="Times New Roman"/>
                <a:ea typeface="Times New Roman"/>
              </a:rPr>
              <a:t>ISE,</a:t>
            </a:r>
            <a:r>
              <a:rPr lang="en-US" sz="2400" b="0" u="none" spc="-40" strike="noStrike">
                <a:solidFill>
                  <a:srgbClr val="000000"/>
                </a:solidFill>
                <a:effectLst/>
                <a:uFillTx/>
                <a:latin typeface="Times New Roman"/>
                <a:ea typeface="Times New Roman"/>
              </a:rPr>
              <a:t> </a:t>
            </a:r>
            <a:r>
              <a:rPr lang="en-US" sz="2400" b="0" u="none" strike="noStrike">
                <a:solidFill>
                  <a:srgbClr val="000000"/>
                </a:solidFill>
                <a:effectLst/>
                <a:uFillTx/>
                <a:latin typeface="Times New Roman"/>
                <a:ea typeface="Times New Roman"/>
              </a:rPr>
              <a:t>DSCE, </a:t>
            </a:r>
            <a:r>
              <a:rPr lang="en-US" sz="2400" b="0" u="none" spc="-11" strike="noStrike">
                <a:solidFill>
                  <a:srgbClr val="000000"/>
                </a:solidFill>
                <a:effectLst/>
                <a:uFillTx/>
                <a:latin typeface="Times New Roman"/>
                <a:ea typeface="Times New Roman"/>
              </a:rPr>
              <a:t>Bangalore</a:t>
            </a:r>
            <a:endParaRPr lang="en-US" sz="2400" b="0" u="none" strike="noStrike">
              <a:solidFill>
                <a:srgbClr val="000000"/>
              </a:solidFill>
              <a:effectLst/>
              <a:uFillTx/>
              <a:latin typeface="Arial"/>
            </a:endParaRPr>
          </a:p>
        </p:txBody>
      </p:sp>
      <p:sp>
        <p:nvSpPr>
          <p:cNvPr id="44" name="TextBox 7"/>
          <p:cNvSpPr/>
          <p:nvPr/>
        </p:nvSpPr>
        <p:spPr>
          <a:xfrm>
            <a:off x="228600" y="4713120"/>
            <a:ext cx="4647960" cy="1199880"/>
          </a:xfrm>
          <a:prstGeom prst="rect">
            <a:avLst/>
          </a:prstGeom>
          <a:noFill/>
          <a:ln w="0">
            <a:noFill/>
          </a:ln>
        </p:spPr>
        <p:style>
          <a:lnRef idx="0"/>
          <a:fillRef idx="0"/>
          <a:effectRef idx="0"/>
          <a:fontRef idx="minor"/>
        </p:style>
        <p:txBody>
          <a:bodyPr lIns="90000" tIns="45000" rIns="90000" bIns="45000" anchor="t">
            <a:spAutoFit/>
          </a:bodyPr>
          <a:p>
            <a:pPr algn="just" defTabSz="914400">
              <a:lnSpc>
                <a:spcPct val="100000"/>
              </a:lnSpc>
              <a:tabLst>
                <a:tab pos="0" algn="l"/>
              </a:tabLst>
            </a:pPr>
            <a:r>
              <a:rPr lang="en-US" sz="1800" b="0" u="none" strike="noStrike">
                <a:solidFill>
                  <a:srgbClr val="000000"/>
                </a:solidFill>
                <a:effectLst/>
                <a:uFillTx/>
                <a:latin typeface="Cambria"/>
                <a:ea typeface="Cambria"/>
              </a:rPr>
              <a:t>Bhoomika              1DS23IS031</a:t>
            </a:r>
            <a:endParaRPr lang="en-US" sz="1800" b="0" u="none" strike="noStrike">
              <a:solidFill>
                <a:srgbClr val="000000"/>
              </a:solidFill>
              <a:effectLst/>
              <a:uFillTx/>
              <a:latin typeface="Arial"/>
            </a:endParaRPr>
          </a:p>
          <a:p>
            <a:pPr algn="just" defTabSz="914400">
              <a:lnSpc>
                <a:spcPct val="100000"/>
              </a:lnSpc>
              <a:tabLst>
                <a:tab pos="0" algn="l"/>
              </a:tabLst>
            </a:pPr>
            <a:r>
              <a:rPr lang="en-US" sz="1800" b="0" u="none" strike="noStrike">
                <a:solidFill>
                  <a:srgbClr val="000000"/>
                </a:solidFill>
                <a:effectLst/>
                <a:uFillTx/>
                <a:latin typeface="Cambria"/>
                <a:ea typeface="Cambria"/>
              </a:rPr>
              <a:t>Chandra Shekar   1DS23IS035</a:t>
            </a:r>
            <a:endParaRPr lang="en-US" sz="1800" b="0" u="none" strike="noStrike">
              <a:solidFill>
                <a:srgbClr val="000000"/>
              </a:solidFill>
              <a:effectLst/>
              <a:uFillTx/>
              <a:latin typeface="Arial"/>
            </a:endParaRPr>
          </a:p>
          <a:p>
            <a:pPr algn="just" defTabSz="914400">
              <a:lnSpc>
                <a:spcPct val="100000"/>
              </a:lnSpc>
              <a:tabLst>
                <a:tab pos="0" algn="l"/>
              </a:tabLst>
            </a:pPr>
            <a:r>
              <a:rPr lang="en-US" sz="1800" b="0" u="none" strike="noStrike">
                <a:solidFill>
                  <a:srgbClr val="000000"/>
                </a:solidFill>
                <a:effectLst/>
                <a:uFillTx/>
                <a:latin typeface="Cambria"/>
                <a:ea typeface="Cambria"/>
              </a:rPr>
              <a:t>Chetan S                 1DS23IS037</a:t>
            </a:r>
            <a:endParaRPr lang="en-US" sz="1800" b="0" u="none" strike="noStrike">
              <a:solidFill>
                <a:srgbClr val="000000"/>
              </a:solidFill>
              <a:effectLst/>
              <a:uFillTx/>
              <a:latin typeface="Arial"/>
            </a:endParaRPr>
          </a:p>
          <a:p>
            <a:pPr algn="just" defTabSz="914400">
              <a:lnSpc>
                <a:spcPct val="100000"/>
              </a:lnSpc>
              <a:tabLst>
                <a:tab pos="0" algn="l"/>
              </a:tabLst>
            </a:pPr>
            <a:r>
              <a:rPr lang="en-US" sz="1800" b="0" u="none" strike="noStrike">
                <a:solidFill>
                  <a:srgbClr val="000000"/>
                </a:solidFill>
                <a:effectLst/>
                <a:uFillTx/>
                <a:latin typeface="Cambria"/>
                <a:ea typeface="Cambria"/>
              </a:rPr>
              <a:t>Dikshith M             1DS23IS044</a:t>
            </a:r>
            <a:endParaRPr lang="en-US" sz="1800" b="0" u="none" strike="noStrike">
              <a:solidFill>
                <a:srgbClr val="000000"/>
              </a:solidFill>
              <a:effectLst/>
              <a:uFillTx/>
              <a:latin typeface="Arial"/>
            </a:endParaRPr>
          </a:p>
        </p:txBody>
      </p:sp>
      <p:sp>
        <p:nvSpPr>
          <p:cNvPr id="45" name="PlaceHolder 2"/>
          <p:cNvSpPr>
            <a:spLocks noGrp="1"/>
          </p:cNvSpPr>
          <p:nvPr>
            <p:ph type="dt" idx="16"/>
          </p:nvPr>
        </p:nvSpPr>
        <p:spPr>
          <a:xfrm>
            <a:off x="179640" y="6441120"/>
            <a:ext cx="1124280" cy="228960"/>
          </a:xfrm>
          <a:prstGeom prst="rect">
            <a:avLst/>
          </a:prstGeom>
          <a:noFill/>
          <a:ln w="0">
            <a:noFill/>
          </a:ln>
        </p:spPr>
        <p:txBody>
          <a:bodyPr lIns="0" tIns="0" rIns="0" bIns="0" anchor="t">
            <a:noAutofit/>
          </a:bodyPr>
          <a:lstStyle>
            <a:lvl1pPr marL="12600" indent="0" algn="l">
              <a:lnSpc>
                <a:spcPts val="1664"/>
              </a:lnSpc>
              <a:buNone/>
              <a:defRPr lang="en-US" sz="1600" b="1" u="none" spc="-20" strike="noStrike">
                <a:solidFill>
                  <a:srgbClr val="888888"/>
                </a:solidFill>
                <a:effectLst/>
                <a:uFillTx/>
                <a:latin typeface="Cambria"/>
              </a:defRPr>
            </a:lvl1pPr>
          </a:lstStyle>
          <a:p>
            <a:pPr marL="12600" indent="0" algn="l">
              <a:lnSpc>
                <a:spcPts val="1664"/>
              </a:lnSpc>
              <a:buNone/>
            </a:pPr>
            <a:fld id="{C170DDA4-252E-4A8D-B42C-9BB855834B36}" type="datetime1">
              <a:rPr lang="en-US" sz="1600" b="1" u="none" spc="-20" strike="noStrike">
                <a:solidFill>
                  <a:srgbClr val="888888"/>
                </a:solidFill>
                <a:effectLst/>
                <a:uFillTx/>
                <a:latin typeface="Cambria"/>
              </a:rPr>
              <a:t>04/27/2026</a:t>
            </a:fld>
            <a:endParaRPr lang="en-US" sz="1600" b="0" u="none" strike="noStrike">
              <a:solidFill>
                <a:srgbClr val="000000"/>
              </a:solidFill>
              <a:effectLst/>
              <a:uFillTx/>
              <a:latin typeface="Times New Roman"/>
            </a:endParaRPr>
          </a:p>
        </p:txBody>
      </p:sp>
      <p:sp>
        <p:nvSpPr>
          <p:cNvPr id="46" name="PlaceHolder 3"/>
          <p:cNvSpPr>
            <a:spLocks noGrp="1"/>
          </p:cNvSpPr>
          <p:nvPr>
            <p:ph type="ftr" idx="17"/>
          </p:nvPr>
        </p:nvSpPr>
        <p:spPr>
          <a:xfrm>
            <a:off x="4074120" y="6441120"/>
            <a:ext cx="4679640" cy="228960"/>
          </a:xfrm>
          <a:prstGeom prst="rect">
            <a:avLst/>
          </a:prstGeom>
          <a:noFill/>
          <a:ln w="0">
            <a:noFill/>
          </a:ln>
        </p:spPr>
        <p:txBody>
          <a:bodyPr lIns="0" tIns="0" rIns="0" bIns="0" anchor="t">
            <a:noAutofit/>
          </a:bodyPr>
          <a:lstStyle>
            <a:lvl1pPr marL="12600" indent="0" algn="l">
              <a:lnSpc>
                <a:spcPts val="1664"/>
              </a:lnSpc>
              <a:buNone/>
              <a:defRPr lang="en-US" sz="1600" b="1" u="none" spc="-11" strike="noStrike">
                <a:solidFill>
                  <a:srgbClr val="888888"/>
                </a:solidFill>
                <a:effectLst/>
                <a:uFillTx/>
                <a:latin typeface="Cambria"/>
              </a:defRPr>
            </a:lvl1pPr>
          </a:lstStyle>
          <a:p>
            <a:pPr marL="12600" indent="0" algn="l">
              <a:lnSpc>
                <a:spcPts val="1664"/>
              </a:lnSpc>
              <a:buNone/>
            </a:pPr>
            <a:r>
              <a:rPr lang="en-US" sz="1600" b="1" u="none" spc="-11" strike="noStrike">
                <a:solidFill>
                  <a:srgbClr val="888888"/>
                </a:solidFill>
                <a:effectLst/>
                <a:uFillTx/>
                <a:latin typeface="Cambria"/>
              </a:rPr>
              <a:t>Department</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of</a:t>
            </a:r>
            <a:r>
              <a:rPr lang="en-US" sz="1600" b="1" u="none" spc="-31" strike="noStrike">
                <a:solidFill>
                  <a:srgbClr val="888888"/>
                </a:solidFill>
                <a:effectLst/>
                <a:uFillTx/>
                <a:latin typeface="Cambria"/>
              </a:rPr>
              <a:t> </a:t>
            </a:r>
            <a:r>
              <a:rPr lang="en-US" sz="1600" b="1" u="none" spc="-11" strike="noStrike">
                <a:solidFill>
                  <a:srgbClr val="888888"/>
                </a:solidFill>
                <a:effectLst/>
                <a:uFillTx/>
                <a:latin typeface="Cambria"/>
              </a:rPr>
              <a:t>Information</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Science</a:t>
            </a:r>
            <a:r>
              <a:rPr lang="en-US" sz="1600" b="1" u="none" spc="-31" strike="noStrike">
                <a:solidFill>
                  <a:srgbClr val="888888"/>
                </a:solidFill>
                <a:effectLst/>
                <a:uFillTx/>
                <a:latin typeface="Cambria"/>
              </a:rPr>
              <a:t> </a:t>
            </a:r>
            <a:r>
              <a:rPr lang="en-US" sz="1600" b="1" u="none" strike="noStrike">
                <a:solidFill>
                  <a:srgbClr val="888888"/>
                </a:solidFill>
                <a:effectLst/>
                <a:uFillTx/>
                <a:latin typeface="Cambria"/>
              </a:rPr>
              <a:t>&amp;</a:t>
            </a:r>
            <a:r>
              <a:rPr lang="en-US" sz="1600" b="1" u="none" spc="-34" strike="noStrike">
                <a:solidFill>
                  <a:srgbClr val="888888"/>
                </a:solidFill>
                <a:effectLst/>
                <a:uFillTx/>
                <a:latin typeface="Cambria"/>
              </a:rPr>
              <a:t> </a:t>
            </a:r>
            <a:r>
              <a:rPr lang="en-US" sz="1600" b="1" u="none" spc="-11" strike="noStrike">
                <a:solidFill>
                  <a:srgbClr val="888888"/>
                </a:solidFill>
                <a:effectLst/>
                <a:uFillTx/>
                <a:latin typeface="Cambria"/>
              </a:rPr>
              <a:t>Engineering</a:t>
            </a:r>
            <a:endParaRPr lang="en-US" sz="1600" b="0" u="none" strike="noStrike">
              <a:solidFill>
                <a:srgbClr val="000000"/>
              </a:solidFill>
              <a:effectLst/>
              <a:uFillTx/>
              <a:latin typeface="Times New Roman"/>
            </a:endParaRPr>
          </a:p>
        </p:txBody>
      </p:sp>
      <p:sp>
        <p:nvSpPr>
          <p:cNvPr id="47" name="PlaceHolder 4"/>
          <p:cNvSpPr>
            <a:spLocks noGrp="1"/>
          </p:cNvSpPr>
          <p:nvPr>
            <p:ph type="sldNum" idx="18"/>
          </p:nvPr>
        </p:nvSpPr>
        <p:spPr>
          <a:xfrm>
            <a:off x="11841120" y="6441120"/>
            <a:ext cx="209160" cy="228960"/>
          </a:xfrm>
          <a:prstGeom prst="rect">
            <a:avLst/>
          </a:prstGeom>
          <a:noFill/>
          <a:ln w="0">
            <a:noFill/>
          </a:ln>
        </p:spPr>
        <p:txBody>
          <a:bodyPr lIns="0" tIns="0" rIns="0" bIns="0" anchor="t">
            <a:noAutofit/>
          </a:bodyPr>
          <a:lstStyle>
            <a:lvl1pPr marL="38160" indent="0" algn="l">
              <a:lnSpc>
                <a:spcPts val="1664"/>
              </a:lnSpc>
              <a:buNone/>
              <a:defRPr lang="en-US" sz="1600" b="1" u="none" spc="-51" strike="noStrike">
                <a:solidFill>
                  <a:srgbClr val="888888"/>
                </a:solidFill>
                <a:effectLst/>
                <a:uFillTx/>
                <a:latin typeface="Cambria"/>
              </a:defRPr>
            </a:lvl1pPr>
          </a:lstStyle>
          <a:p>
            <a:pPr marL="38160" indent="0" algn="l">
              <a:lnSpc>
                <a:spcPts val="1664"/>
              </a:lnSpc>
              <a:buNone/>
            </a:pPr>
            <a:fld id="{AD5EFBA8-C50B-4772-999E-C803E903D23B}" type="slidenum">
              <a:rPr lang="en-US" sz="1600" b="1" u="none" spc="-51" strike="noStrike">
                <a:solidFill>
                  <a:srgbClr val="888888"/>
                </a:solidFill>
                <a:effectLst/>
                <a:uFillTx/>
                <a:latin typeface="Cambria"/>
              </a:rPr>
              <a:t>6</a:t>
            </a:fld>
            <a:endParaRPr lang="en-US" sz="16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 name="PlaceHolder 1"/>
          <p:cNvSpPr>
            <a:spLocks noGrp="1"/>
          </p:cNvSpPr>
          <p:nvPr>
            <p:ph type="title"/>
          </p:nvPr>
        </p:nvSpPr>
        <p:spPr>
          <a:xfrm>
            <a:off x="1349640" y="326520"/>
            <a:ext cx="10254240" cy="505440"/>
          </a:xfrm>
          <a:prstGeom prst="rect">
            <a:avLst/>
          </a:prstGeom>
          <a:noFill/>
          <a:ln w="0">
            <a:noFill/>
          </a:ln>
        </p:spPr>
        <p:txBody>
          <a:bodyPr lIns="0" tIns="12600" rIns="0" bIns="0" anchor="t">
            <a:spAutoFit/>
          </a:bodyPr>
          <a:p>
            <a:pPr marL="3695760" indent="0" algn="l">
              <a:lnSpc>
                <a:spcPct val="100000"/>
              </a:lnSpc>
              <a:spcBef>
                <a:spcPts val="99"/>
              </a:spcBef>
              <a:buNone/>
            </a:pPr>
            <a:r>
              <a:rPr lang="en-US" sz="3200" b="1" u="none" spc="-11" strike="noStrike">
                <a:solidFill>
                  <a:schemeClr val="lt1"/>
                </a:solidFill>
                <a:effectLst/>
                <a:uFillTx/>
                <a:latin typeface="Cambria"/>
                <a:ea typeface="Cambria"/>
              </a:rPr>
              <a:t>CONTENTS</a:t>
            </a:r>
            <a:endParaRPr lang="en-US" sz="3200" b="0" u="none" strike="noStrike">
              <a:solidFill>
                <a:srgbClr val="000000"/>
              </a:solidFill>
              <a:effectLst/>
              <a:uFillTx/>
              <a:latin typeface="Calibri"/>
            </a:endParaRPr>
          </a:p>
        </p:txBody>
      </p:sp>
      <p:sp>
        <p:nvSpPr>
          <p:cNvPr id="49" name="PlaceHolder 2"/>
          <p:cNvSpPr>
            <a:spLocks noGrp="1"/>
          </p:cNvSpPr>
          <p:nvPr>
            <p:ph type="dt" idx="19"/>
          </p:nvPr>
        </p:nvSpPr>
        <p:spPr>
          <a:xfrm>
            <a:off x="179640" y="6441120"/>
            <a:ext cx="1124280" cy="436320"/>
          </a:xfrm>
          <a:prstGeom prst="rect">
            <a:avLst/>
          </a:prstGeom>
          <a:noFill/>
          <a:ln w="0">
            <a:noFill/>
          </a:ln>
        </p:spPr>
        <p:txBody>
          <a:bodyPr lIns="0" tIns="0" rIns="0" bIns="0" anchor="t">
            <a:spAutoFit/>
          </a:bodyPr>
          <a:lstStyle>
            <a:lvl1pPr marL="12600" indent="0" algn="l">
              <a:lnSpc>
                <a:spcPts val="1664"/>
              </a:lnSpc>
              <a:buNone/>
              <a:defRPr lang="en-US" sz="1600" b="1" u="none" spc="-20" strike="noStrike">
                <a:solidFill>
                  <a:srgbClr val="888888"/>
                </a:solidFill>
                <a:effectLst/>
                <a:uFillTx/>
                <a:latin typeface="Cambria"/>
              </a:defRPr>
            </a:lvl1pPr>
          </a:lstStyle>
          <a:p>
            <a:pPr marL="12600" indent="0" algn="l">
              <a:lnSpc>
                <a:spcPts val="1664"/>
              </a:lnSpc>
              <a:buNone/>
            </a:pPr>
            <a:fld id="{DD61F7BE-23AD-4E70-AA27-F7C3C6AEE833}" type="datetime1">
              <a:rPr lang="en-US" sz="1600" b="1" u="none" spc="-20" strike="noStrike">
                <a:solidFill>
                  <a:srgbClr val="888888"/>
                </a:solidFill>
                <a:effectLst/>
                <a:uFillTx/>
                <a:latin typeface="Cambria"/>
              </a:rPr>
              <a:t>04/27/2026</a:t>
            </a:fld>
            <a:endParaRPr lang="en-US" sz="1600" b="0" u="none" strike="noStrike">
              <a:solidFill>
                <a:srgbClr val="000000"/>
              </a:solidFill>
              <a:effectLst/>
              <a:uFillTx/>
              <a:latin typeface="Times New Roman"/>
            </a:endParaRPr>
          </a:p>
        </p:txBody>
      </p:sp>
      <p:sp>
        <p:nvSpPr>
          <p:cNvPr id="50" name="PlaceHolder 3"/>
          <p:cNvSpPr>
            <a:spLocks noGrp="1"/>
          </p:cNvSpPr>
          <p:nvPr>
            <p:ph type="ftr" idx="20"/>
          </p:nvPr>
        </p:nvSpPr>
        <p:spPr>
          <a:xfrm>
            <a:off x="4074120" y="6441120"/>
            <a:ext cx="4679640" cy="244080"/>
          </a:xfrm>
          <a:prstGeom prst="rect">
            <a:avLst/>
          </a:prstGeom>
          <a:noFill/>
          <a:ln w="0">
            <a:noFill/>
          </a:ln>
        </p:spPr>
        <p:txBody>
          <a:bodyPr lIns="0" tIns="0" rIns="0" bIns="0" anchor="t">
            <a:spAutoFit/>
          </a:bodyPr>
          <a:lstStyle>
            <a:lvl1pPr marL="12600" indent="0" algn="l">
              <a:lnSpc>
                <a:spcPts val="1664"/>
              </a:lnSpc>
              <a:buNone/>
              <a:defRPr lang="en-US" sz="1600" b="1" u="none" spc="-11" strike="noStrike">
                <a:solidFill>
                  <a:srgbClr val="888888"/>
                </a:solidFill>
                <a:effectLst/>
                <a:uFillTx/>
                <a:latin typeface="Cambria"/>
              </a:defRPr>
            </a:lvl1pPr>
          </a:lstStyle>
          <a:p>
            <a:pPr marL="12600" indent="0" algn="l">
              <a:lnSpc>
                <a:spcPts val="1664"/>
              </a:lnSpc>
              <a:buNone/>
            </a:pPr>
            <a:r>
              <a:rPr lang="en-US" sz="1600" b="1" u="none" spc="-11" strike="noStrike">
                <a:solidFill>
                  <a:srgbClr val="888888"/>
                </a:solidFill>
                <a:effectLst/>
                <a:uFillTx/>
                <a:latin typeface="Cambria"/>
              </a:rPr>
              <a:t>Department</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of</a:t>
            </a:r>
            <a:r>
              <a:rPr lang="en-US" sz="1600" b="1" u="none" spc="-31" strike="noStrike">
                <a:solidFill>
                  <a:srgbClr val="888888"/>
                </a:solidFill>
                <a:effectLst/>
                <a:uFillTx/>
                <a:latin typeface="Cambria"/>
              </a:rPr>
              <a:t> </a:t>
            </a:r>
            <a:r>
              <a:rPr lang="en-US" sz="1600" b="1" u="none" spc="-11" strike="noStrike">
                <a:solidFill>
                  <a:srgbClr val="888888"/>
                </a:solidFill>
                <a:effectLst/>
                <a:uFillTx/>
                <a:latin typeface="Cambria"/>
              </a:rPr>
              <a:t>Information</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Science</a:t>
            </a:r>
            <a:r>
              <a:rPr lang="en-US" sz="1600" b="1" u="none" spc="-31" strike="noStrike">
                <a:solidFill>
                  <a:srgbClr val="888888"/>
                </a:solidFill>
                <a:effectLst/>
                <a:uFillTx/>
                <a:latin typeface="Cambria"/>
              </a:rPr>
              <a:t> </a:t>
            </a:r>
            <a:r>
              <a:rPr lang="en-US" sz="1600" b="1" u="none" strike="noStrike">
                <a:solidFill>
                  <a:srgbClr val="888888"/>
                </a:solidFill>
                <a:effectLst/>
                <a:uFillTx/>
                <a:latin typeface="Cambria"/>
              </a:rPr>
              <a:t>&amp;</a:t>
            </a:r>
            <a:r>
              <a:rPr lang="en-US" sz="1600" b="1" u="none" spc="-34" strike="noStrike">
                <a:solidFill>
                  <a:srgbClr val="888888"/>
                </a:solidFill>
                <a:effectLst/>
                <a:uFillTx/>
                <a:latin typeface="Cambria"/>
              </a:rPr>
              <a:t> </a:t>
            </a:r>
            <a:r>
              <a:rPr lang="en-US" sz="1600" b="1" u="none" spc="-11" strike="noStrike">
                <a:solidFill>
                  <a:srgbClr val="888888"/>
                </a:solidFill>
                <a:effectLst/>
                <a:uFillTx/>
                <a:latin typeface="Cambria"/>
              </a:rPr>
              <a:t>Engineering</a:t>
            </a:r>
            <a:endParaRPr lang="en-US" sz="1600" b="0" u="none" strike="noStrike">
              <a:solidFill>
                <a:srgbClr val="000000"/>
              </a:solidFill>
              <a:effectLst/>
              <a:uFillTx/>
              <a:latin typeface="Times New Roman"/>
            </a:endParaRPr>
          </a:p>
        </p:txBody>
      </p:sp>
      <p:sp>
        <p:nvSpPr>
          <p:cNvPr id="51" name="PlaceHolder 4"/>
          <p:cNvSpPr>
            <a:spLocks noGrp="1"/>
          </p:cNvSpPr>
          <p:nvPr>
            <p:ph type="sldNum" idx="21"/>
          </p:nvPr>
        </p:nvSpPr>
        <p:spPr>
          <a:xfrm>
            <a:off x="11841120" y="6441120"/>
            <a:ext cx="209160" cy="244080"/>
          </a:xfrm>
          <a:prstGeom prst="rect">
            <a:avLst/>
          </a:prstGeom>
          <a:noFill/>
          <a:ln w="0">
            <a:noFill/>
          </a:ln>
        </p:spPr>
        <p:txBody>
          <a:bodyPr lIns="0" tIns="0" rIns="0" bIns="0" anchor="t">
            <a:spAutoFit/>
          </a:bodyPr>
          <a:lstStyle>
            <a:lvl1pPr marL="38160" indent="0" algn="l">
              <a:lnSpc>
                <a:spcPts val="1664"/>
              </a:lnSpc>
              <a:buNone/>
              <a:defRPr lang="en-US" sz="1600" b="1" u="none" spc="-51" strike="noStrike">
                <a:solidFill>
                  <a:srgbClr val="888888"/>
                </a:solidFill>
                <a:effectLst/>
                <a:uFillTx/>
                <a:latin typeface="Cambria"/>
              </a:defRPr>
            </a:lvl1pPr>
          </a:lstStyle>
          <a:p>
            <a:pPr marL="38160" indent="0" algn="l">
              <a:lnSpc>
                <a:spcPts val="1664"/>
              </a:lnSpc>
              <a:buNone/>
            </a:pPr>
            <a:fld id="{0053908F-B4DF-49E1-8E27-115CEC02CBF5}" type="slidenum">
              <a:rPr lang="en-US" sz="1600" b="1" u="none" spc="-51" strike="noStrike">
                <a:solidFill>
                  <a:srgbClr val="888888"/>
                </a:solidFill>
                <a:effectLst/>
                <a:uFillTx/>
                <a:latin typeface="Cambria"/>
              </a:rPr>
              <a:t>6</a:t>
            </a:fld>
            <a:endParaRPr lang="en-US" sz="1600" b="0" u="none" strike="noStrike">
              <a:solidFill>
                <a:srgbClr val="000000"/>
              </a:solidFill>
              <a:effectLst/>
              <a:uFillTx/>
              <a:latin typeface="Times New Roman"/>
            </a:endParaRPr>
          </a:p>
        </p:txBody>
      </p:sp>
      <p:sp>
        <p:nvSpPr>
          <p:cNvPr id="52" name="PlaceHolder 5"/>
          <p:cNvSpPr>
            <a:spLocks noGrp="1"/>
          </p:cNvSpPr>
          <p:nvPr>
            <p:ph/>
          </p:nvPr>
        </p:nvSpPr>
        <p:spPr>
          <a:xfrm>
            <a:off x="304920" y="1964160"/>
            <a:ext cx="5790960" cy="2974680"/>
          </a:xfrm>
          <a:prstGeom prst="rect">
            <a:avLst/>
          </a:prstGeom>
          <a:noFill/>
          <a:ln w="0">
            <a:noFill/>
          </a:ln>
        </p:spPr>
        <p:txBody>
          <a:bodyPr lIns="0" tIns="241200" rIns="0" bIns="0" anchor="t">
            <a:spAutoFit/>
          </a:bodyPr>
          <a:p>
            <a:pPr marL="592560" indent="-579600" algn="l">
              <a:lnSpc>
                <a:spcPct val="100000"/>
              </a:lnSpc>
              <a:spcBef>
                <a:spcPts val="1899"/>
              </a:spcBef>
              <a:buClr>
                <a:srgbClr val="000000"/>
              </a:buClr>
              <a:buFont typeface="OpenSymbol"/>
              <a:buAutoNum type="arabicPeriod"/>
              <a:tabLst>
                <a:tab pos="592560" algn="l"/>
              </a:tabLst>
            </a:pPr>
            <a:r>
              <a:rPr lang="en-US" sz="2400" b="0" u="none" spc="-11" strike="noStrike">
                <a:solidFill>
                  <a:schemeClr val="dk1"/>
                </a:solidFill>
                <a:effectLst/>
                <a:uFillTx/>
                <a:latin typeface="Cambria"/>
                <a:ea typeface="Cambria"/>
              </a:rPr>
              <a:t>Abstract</a:t>
            </a:r>
            <a:endParaRPr lang="en-US" sz="2400" b="0" u="none" strike="noStrike">
              <a:solidFill>
                <a:srgbClr val="000000"/>
              </a:solidFill>
              <a:effectLst/>
              <a:uFillTx/>
              <a:latin typeface="Calibri"/>
            </a:endParaRPr>
          </a:p>
          <a:p>
            <a:pPr marL="592560" indent="-579600" algn="l">
              <a:lnSpc>
                <a:spcPct val="100000"/>
              </a:lnSpc>
              <a:spcBef>
                <a:spcPts val="1899"/>
              </a:spcBef>
              <a:buClr>
                <a:srgbClr val="000000"/>
              </a:buClr>
              <a:buFont typeface="OpenSymbol"/>
              <a:buAutoNum type="arabicPeriod"/>
              <a:tabLst>
                <a:tab pos="592560" algn="l"/>
              </a:tabLst>
            </a:pPr>
            <a:r>
              <a:rPr lang="en-US" sz="2400" b="0" u="none" spc="-11" strike="noStrike">
                <a:solidFill>
                  <a:schemeClr val="dk1"/>
                </a:solidFill>
                <a:effectLst/>
                <a:uFillTx/>
                <a:latin typeface="Cambria"/>
                <a:ea typeface="Cambria"/>
              </a:rPr>
              <a:t>Introduction</a:t>
            </a:r>
            <a:endParaRPr lang="en-US" sz="2400" b="0" u="none" strike="noStrike">
              <a:solidFill>
                <a:srgbClr val="000000"/>
              </a:solidFill>
              <a:effectLst/>
              <a:uFillTx/>
              <a:latin typeface="Calibri"/>
            </a:endParaRPr>
          </a:p>
          <a:p>
            <a:pPr marL="592560" indent="-579600" algn="l">
              <a:lnSpc>
                <a:spcPct val="100000"/>
              </a:lnSpc>
              <a:spcBef>
                <a:spcPts val="1899"/>
              </a:spcBef>
              <a:buClr>
                <a:srgbClr val="000000"/>
              </a:buClr>
              <a:buFont typeface="OpenSymbol"/>
              <a:buAutoNum type="arabicPeriod"/>
              <a:tabLst>
                <a:tab pos="592560" algn="l"/>
              </a:tabLst>
            </a:pPr>
            <a:r>
              <a:rPr lang="en-US" sz="2400" b="0" u="none" spc="-11" strike="noStrike">
                <a:solidFill>
                  <a:schemeClr val="dk1"/>
                </a:solidFill>
                <a:effectLst/>
                <a:uFillTx/>
                <a:latin typeface="Cambria"/>
                <a:ea typeface="Cambria"/>
              </a:rPr>
              <a:t>Literature</a:t>
            </a:r>
            <a:r>
              <a:rPr lang="en-US" sz="2400" b="0" u="none" spc="-119" strike="noStrike">
                <a:solidFill>
                  <a:schemeClr val="dk1"/>
                </a:solidFill>
                <a:effectLst/>
                <a:uFillTx/>
                <a:latin typeface="Cambria"/>
                <a:ea typeface="Cambria"/>
              </a:rPr>
              <a:t> </a:t>
            </a:r>
            <a:r>
              <a:rPr lang="en-US" sz="2400" b="0" u="none" spc="-11" strike="noStrike">
                <a:solidFill>
                  <a:schemeClr val="dk1"/>
                </a:solidFill>
                <a:effectLst/>
                <a:uFillTx/>
                <a:latin typeface="Cambria"/>
                <a:ea typeface="Cambria"/>
              </a:rPr>
              <a:t>survey</a:t>
            </a:r>
            <a:endParaRPr lang="en-US" sz="2400" b="0" u="none" strike="noStrike">
              <a:solidFill>
                <a:srgbClr val="000000"/>
              </a:solidFill>
              <a:effectLst/>
              <a:uFillTx/>
              <a:latin typeface="Calibri"/>
            </a:endParaRPr>
          </a:p>
          <a:p>
            <a:pPr marL="592560" indent="-579600" algn="l">
              <a:lnSpc>
                <a:spcPct val="100000"/>
              </a:lnSpc>
              <a:spcBef>
                <a:spcPts val="1899"/>
              </a:spcBef>
              <a:buClr>
                <a:srgbClr val="000000"/>
              </a:buClr>
              <a:buFont typeface="OpenSymbol"/>
              <a:buAutoNum type="arabicPeriod"/>
              <a:tabLst>
                <a:tab pos="592560" algn="l"/>
              </a:tabLst>
            </a:pPr>
            <a:r>
              <a:rPr lang="en-US" sz="2400" b="0" u="none" spc="-11" strike="noStrike">
                <a:solidFill>
                  <a:schemeClr val="dk1"/>
                </a:solidFill>
                <a:effectLst/>
                <a:uFillTx/>
                <a:latin typeface="Cambria"/>
                <a:ea typeface="Cambria"/>
              </a:rPr>
              <a:t>Problem</a:t>
            </a:r>
            <a:r>
              <a:rPr lang="en-US" sz="2400" b="0" u="none" spc="-113" strike="noStrike">
                <a:solidFill>
                  <a:schemeClr val="dk1"/>
                </a:solidFill>
                <a:effectLst/>
                <a:uFillTx/>
                <a:latin typeface="Cambria"/>
                <a:ea typeface="Cambria"/>
              </a:rPr>
              <a:t> </a:t>
            </a:r>
            <a:r>
              <a:rPr lang="en-US" sz="2400" b="0" u="none" spc="-11" strike="noStrike">
                <a:solidFill>
                  <a:schemeClr val="dk1"/>
                </a:solidFill>
                <a:effectLst/>
                <a:uFillTx/>
                <a:latin typeface="Cambria"/>
                <a:ea typeface="Cambria"/>
              </a:rPr>
              <a:t>analysis and design</a:t>
            </a:r>
            <a:endParaRPr lang="en-US" sz="2400" b="0" u="none" strike="noStrike">
              <a:solidFill>
                <a:srgbClr val="000000"/>
              </a:solidFill>
              <a:effectLst/>
              <a:uFillTx/>
              <a:latin typeface="Calibri"/>
            </a:endParaRPr>
          </a:p>
          <a:p>
            <a:pPr marL="592560" indent="-579600" algn="l">
              <a:lnSpc>
                <a:spcPct val="100000"/>
              </a:lnSpc>
              <a:spcBef>
                <a:spcPts val="1899"/>
              </a:spcBef>
              <a:buClr>
                <a:srgbClr val="000000"/>
              </a:buClr>
              <a:buFont typeface="Calibri"/>
              <a:buAutoNum type="arabicPeriod" startAt="6"/>
              <a:tabLst>
                <a:tab pos="592560" algn="l"/>
              </a:tabLst>
            </a:pPr>
            <a:r>
              <a:rPr lang="en-US" sz="2400" b="0" u="none" spc="-11" strike="noStrike">
                <a:solidFill>
                  <a:schemeClr val="dk1"/>
                </a:solidFill>
                <a:effectLst/>
                <a:uFillTx/>
                <a:latin typeface="Cambria"/>
                <a:ea typeface="Cambria"/>
              </a:rPr>
              <a:t>System</a:t>
            </a:r>
            <a:r>
              <a:rPr lang="en-US" sz="2400" b="0" u="none" spc="-60" strike="noStrike">
                <a:solidFill>
                  <a:schemeClr val="dk1"/>
                </a:solidFill>
                <a:effectLst/>
                <a:uFillTx/>
                <a:latin typeface="Cambria"/>
                <a:ea typeface="Cambria"/>
              </a:rPr>
              <a:t> </a:t>
            </a:r>
            <a:r>
              <a:rPr lang="en-US" sz="2400" b="0" u="none" strike="noStrike">
                <a:solidFill>
                  <a:schemeClr val="dk1"/>
                </a:solidFill>
                <a:effectLst/>
                <a:uFillTx/>
                <a:latin typeface="Cambria"/>
                <a:ea typeface="Cambria"/>
              </a:rPr>
              <a:t>design</a:t>
            </a:r>
            <a:r>
              <a:rPr lang="en-US" sz="2400" b="0" u="none" spc="-54" strike="noStrike">
                <a:solidFill>
                  <a:schemeClr val="dk1"/>
                </a:solidFill>
                <a:effectLst/>
                <a:uFillTx/>
                <a:latin typeface="Cambria"/>
                <a:ea typeface="Cambria"/>
              </a:rPr>
              <a:t> </a:t>
            </a:r>
            <a:r>
              <a:rPr lang="en-US" sz="2400" b="0" u="none" strike="noStrike">
                <a:solidFill>
                  <a:schemeClr val="dk1"/>
                </a:solidFill>
                <a:effectLst/>
                <a:uFillTx/>
                <a:latin typeface="Cambria"/>
                <a:ea typeface="Cambria"/>
              </a:rPr>
              <a:t>&amp;</a:t>
            </a:r>
            <a:r>
              <a:rPr lang="en-US" sz="2400" b="0" u="none" spc="-60" strike="noStrike">
                <a:solidFill>
                  <a:schemeClr val="dk1"/>
                </a:solidFill>
                <a:effectLst/>
                <a:uFillTx/>
                <a:latin typeface="Cambria"/>
                <a:ea typeface="Cambria"/>
              </a:rPr>
              <a:t> </a:t>
            </a:r>
            <a:r>
              <a:rPr lang="en-US" sz="2400" b="0" u="none" spc="-11" strike="noStrike">
                <a:solidFill>
                  <a:schemeClr val="dk1"/>
                </a:solidFill>
                <a:effectLst/>
                <a:uFillTx/>
                <a:latin typeface="Cambria"/>
                <a:ea typeface="Cambria"/>
              </a:rPr>
              <a:t>Methodology</a:t>
            </a:r>
            <a:endParaRPr lang="en-US" sz="2400" b="0" u="none" strike="noStrike">
              <a:solidFill>
                <a:srgbClr val="000000"/>
              </a:solidFill>
              <a:effectLst/>
              <a:uFillTx/>
              <a:latin typeface="Calibri"/>
            </a:endParaRPr>
          </a:p>
        </p:txBody>
      </p:sp>
      <p:sp>
        <p:nvSpPr>
          <p:cNvPr id="53" name="object 3"/>
          <p:cNvSpPr/>
          <p:nvPr/>
        </p:nvSpPr>
        <p:spPr>
          <a:xfrm>
            <a:off x="6781680" y="2116800"/>
            <a:ext cx="5105160" cy="3035160"/>
          </a:xfrm>
          <a:prstGeom prst="rect">
            <a:avLst/>
          </a:prstGeom>
          <a:noFill/>
          <a:ln w="0">
            <a:noFill/>
          </a:ln>
        </p:spPr>
        <p:style>
          <a:lnRef idx="0"/>
          <a:fillRef idx="0"/>
          <a:effectRef idx="0"/>
          <a:fontRef idx="minor"/>
        </p:style>
        <p:txBody>
          <a:bodyPr lIns="0" tIns="241200" rIns="0" bIns="0" anchor="t">
            <a:spAutoFit/>
          </a:bodyPr>
          <a:p>
            <a:pPr marL="592560" indent="-579600">
              <a:lnSpc>
                <a:spcPct val="100000"/>
              </a:lnSpc>
              <a:spcBef>
                <a:spcPts val="1899"/>
              </a:spcBef>
              <a:buClr>
                <a:srgbClr val="000000"/>
              </a:buClr>
              <a:buFont typeface="Calibri"/>
              <a:buAutoNum type="arabicPeriod" startAt="6"/>
              <a:tabLst>
                <a:tab pos="592560" algn="l"/>
              </a:tabLst>
            </a:pPr>
            <a:r>
              <a:rPr lang="en-US" sz="2400" b="0" u="none" strike="noStrike">
                <a:solidFill>
                  <a:schemeClr val="dk1"/>
                </a:solidFill>
                <a:effectLst/>
                <a:uFillTx/>
                <a:latin typeface="Cambria"/>
                <a:ea typeface="Cambria"/>
              </a:rPr>
              <a:t>7. Implementation</a:t>
            </a:r>
            <a:endParaRPr lang="en-US" sz="2400" b="0" u="none" strike="noStrike">
              <a:solidFill>
                <a:srgbClr val="000000"/>
              </a:solidFill>
              <a:effectLst/>
              <a:uFillTx/>
              <a:latin typeface="Arial"/>
            </a:endParaRPr>
          </a:p>
          <a:p>
            <a:pPr marL="592560" indent="-579600">
              <a:lnSpc>
                <a:spcPct val="100000"/>
              </a:lnSpc>
              <a:spcBef>
                <a:spcPts val="1899"/>
              </a:spcBef>
              <a:buClr>
                <a:srgbClr val="000000"/>
              </a:buClr>
              <a:buFont typeface="Calibri"/>
              <a:buAutoNum type="arabicPeriod" startAt="6"/>
              <a:tabLst>
                <a:tab pos="592560" algn="l"/>
              </a:tabLst>
            </a:pPr>
            <a:r>
              <a:rPr lang="en-US" sz="2400" b="0" u="none" spc="-11" strike="noStrike">
                <a:solidFill>
                  <a:schemeClr val="dk1"/>
                </a:solidFill>
                <a:effectLst/>
                <a:uFillTx/>
                <a:latin typeface="Cambria"/>
                <a:ea typeface="Cambria"/>
              </a:rPr>
              <a:t>8. Testing and validation</a:t>
            </a:r>
            <a:endParaRPr lang="en-US" sz="2400" b="0" u="none" strike="noStrike">
              <a:solidFill>
                <a:srgbClr val="000000"/>
              </a:solidFill>
              <a:effectLst/>
              <a:uFillTx/>
              <a:latin typeface="Arial"/>
            </a:endParaRPr>
          </a:p>
          <a:p>
            <a:pPr marL="592560" indent="-579600">
              <a:lnSpc>
                <a:spcPct val="100000"/>
              </a:lnSpc>
              <a:spcBef>
                <a:spcPts val="1899"/>
              </a:spcBef>
              <a:buClr>
                <a:srgbClr val="000000"/>
              </a:buClr>
              <a:buFont typeface="Calibri"/>
              <a:buAutoNum type="arabicPeriod" startAt="6"/>
              <a:tabLst>
                <a:tab pos="592560" algn="l"/>
              </a:tabLst>
            </a:pPr>
            <a:r>
              <a:rPr lang="en-US" sz="2400" b="0" u="none" spc="-11" strike="noStrike">
                <a:solidFill>
                  <a:schemeClr val="dk1"/>
                </a:solidFill>
                <a:effectLst/>
                <a:uFillTx/>
                <a:latin typeface="Cambria"/>
                <a:ea typeface="Cambria"/>
              </a:rPr>
              <a:t>9. Results and discussion</a:t>
            </a:r>
            <a:endParaRPr lang="en-US" sz="2400" b="0" u="none" strike="noStrike">
              <a:solidFill>
                <a:srgbClr val="000000"/>
              </a:solidFill>
              <a:effectLst/>
              <a:uFillTx/>
              <a:latin typeface="Arial"/>
            </a:endParaRPr>
          </a:p>
          <a:p>
            <a:pPr marL="592560" indent="-579600">
              <a:lnSpc>
                <a:spcPct val="100000"/>
              </a:lnSpc>
              <a:spcBef>
                <a:spcPts val="1899"/>
              </a:spcBef>
              <a:buClr>
                <a:srgbClr val="000000"/>
              </a:buClr>
              <a:buFont typeface="Calibri"/>
              <a:buAutoNum type="arabicPeriod" startAt="6"/>
              <a:tabLst>
                <a:tab pos="592560" algn="l"/>
              </a:tabLst>
            </a:pPr>
            <a:r>
              <a:rPr lang="en-US" sz="2400" b="0" u="none" spc="-11" strike="noStrike">
                <a:solidFill>
                  <a:schemeClr val="dk1"/>
                </a:solidFill>
                <a:effectLst/>
                <a:uFillTx/>
                <a:latin typeface="Cambria"/>
                <a:ea typeface="Cambria"/>
              </a:rPr>
              <a:t>10. Conclusion &amp; Future work</a:t>
            </a:r>
            <a:endParaRPr lang="en-US" sz="2400" b="0" u="none" strike="noStrike">
              <a:solidFill>
                <a:srgbClr val="000000"/>
              </a:solidFill>
              <a:effectLst/>
              <a:uFillTx/>
              <a:latin typeface="Arial"/>
            </a:endParaRPr>
          </a:p>
          <a:p>
            <a:pPr marL="592560" indent="-579600">
              <a:lnSpc>
                <a:spcPct val="100000"/>
              </a:lnSpc>
              <a:spcBef>
                <a:spcPts val="1899"/>
              </a:spcBef>
              <a:buClr>
                <a:srgbClr val="000000"/>
              </a:buClr>
              <a:buFont typeface="Calibri"/>
              <a:buAutoNum type="arabicPeriod" startAt="6"/>
              <a:tabLst>
                <a:tab pos="592560" algn="l"/>
              </a:tabLst>
            </a:pPr>
            <a:r>
              <a:rPr lang="en-US" sz="2400" b="0" u="none" spc="-11" strike="noStrike">
                <a:solidFill>
                  <a:schemeClr val="dk1"/>
                </a:solidFill>
                <a:effectLst/>
                <a:uFillTx/>
                <a:latin typeface="Cambria"/>
                <a:ea typeface="Cambria"/>
              </a:rPr>
              <a:t>11. References</a:t>
            </a:r>
            <a:endParaRPr lang="en-US" sz="2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 name="PlaceHolder 1"/>
          <p:cNvSpPr>
            <a:spLocks noGrp="1"/>
          </p:cNvSpPr>
          <p:nvPr>
            <p:ph type="title"/>
          </p:nvPr>
        </p:nvSpPr>
        <p:spPr>
          <a:xfrm>
            <a:off x="1349640" y="326520"/>
            <a:ext cx="10254240" cy="505440"/>
          </a:xfrm>
          <a:prstGeom prst="rect">
            <a:avLst/>
          </a:prstGeom>
          <a:noFill/>
          <a:ln w="0">
            <a:noFill/>
          </a:ln>
        </p:spPr>
        <p:txBody>
          <a:bodyPr lIns="0" tIns="12600" rIns="0" bIns="0" anchor="t">
            <a:spAutoFit/>
          </a:bodyPr>
          <a:p>
            <a:pPr marL="12600" indent="0" algn="ctr">
              <a:lnSpc>
                <a:spcPct val="100000"/>
              </a:lnSpc>
              <a:spcBef>
                <a:spcPts val="1899"/>
              </a:spcBef>
              <a:buNone/>
              <a:tabLst>
                <a:tab pos="592560" algn="l"/>
              </a:tabLst>
            </a:pPr>
            <a:r>
              <a:rPr lang="en-US" sz="3200" b="0" u="none" spc="-11" strike="noStrike">
                <a:solidFill>
                  <a:schemeClr val="lt1"/>
                </a:solidFill>
                <a:effectLst/>
                <a:uFillTx/>
                <a:latin typeface="Times New Roman"/>
                <a:ea typeface="Cambria"/>
              </a:rPr>
              <a:t>Abstract</a:t>
            </a:r>
            <a:endParaRPr lang="en-US" sz="3200" b="0" u="none" strike="noStrike">
              <a:solidFill>
                <a:srgbClr val="000000"/>
              </a:solidFill>
              <a:effectLst/>
              <a:uFillTx/>
              <a:latin typeface="Calibri"/>
            </a:endParaRPr>
          </a:p>
        </p:txBody>
      </p:sp>
      <p:sp>
        <p:nvSpPr>
          <p:cNvPr id="55" name="PlaceHolder 2"/>
          <p:cNvSpPr>
            <a:spLocks noGrp="1"/>
          </p:cNvSpPr>
          <p:nvPr>
            <p:ph type="dt" idx="22"/>
          </p:nvPr>
        </p:nvSpPr>
        <p:spPr>
          <a:xfrm>
            <a:off x="179640" y="6441120"/>
            <a:ext cx="1124280" cy="436320"/>
          </a:xfrm>
          <a:prstGeom prst="rect">
            <a:avLst/>
          </a:prstGeom>
          <a:noFill/>
          <a:ln w="0">
            <a:noFill/>
          </a:ln>
        </p:spPr>
        <p:txBody>
          <a:bodyPr lIns="0" tIns="0" rIns="0" bIns="0" anchor="t">
            <a:spAutoFit/>
          </a:bodyPr>
          <a:lstStyle>
            <a:lvl1pPr marL="12600" indent="0" algn="l">
              <a:lnSpc>
                <a:spcPts val="1664"/>
              </a:lnSpc>
              <a:buNone/>
              <a:defRPr lang="en-US" sz="1600" b="1" u="none" spc="-20" strike="noStrike">
                <a:solidFill>
                  <a:srgbClr val="888888"/>
                </a:solidFill>
                <a:effectLst/>
                <a:uFillTx/>
                <a:latin typeface="Cambria"/>
              </a:defRPr>
            </a:lvl1pPr>
          </a:lstStyle>
          <a:p>
            <a:pPr marL="12600" indent="0" algn="l">
              <a:lnSpc>
                <a:spcPts val="1664"/>
              </a:lnSpc>
              <a:buNone/>
            </a:pPr>
            <a:fld id="{E136C8E7-9718-47BB-9E96-646C1675DBBB}" type="datetime1">
              <a:rPr lang="en-US" sz="1600" b="1" u="none" spc="-20" strike="noStrike">
                <a:solidFill>
                  <a:srgbClr val="888888"/>
                </a:solidFill>
                <a:effectLst/>
                <a:uFillTx/>
                <a:latin typeface="Cambria"/>
              </a:rPr>
              <a:t>04/27/2026</a:t>
            </a:fld>
            <a:endParaRPr lang="en-US" sz="1600" b="0" u="none" strike="noStrike">
              <a:solidFill>
                <a:srgbClr val="000000"/>
              </a:solidFill>
              <a:effectLst/>
              <a:uFillTx/>
              <a:latin typeface="Times New Roman"/>
            </a:endParaRPr>
          </a:p>
        </p:txBody>
      </p:sp>
      <p:sp>
        <p:nvSpPr>
          <p:cNvPr id="56" name="PlaceHolder 3"/>
          <p:cNvSpPr>
            <a:spLocks noGrp="1"/>
          </p:cNvSpPr>
          <p:nvPr>
            <p:ph type="ftr" idx="23"/>
          </p:nvPr>
        </p:nvSpPr>
        <p:spPr>
          <a:xfrm>
            <a:off x="4074120" y="6441120"/>
            <a:ext cx="4679640" cy="244080"/>
          </a:xfrm>
          <a:prstGeom prst="rect">
            <a:avLst/>
          </a:prstGeom>
          <a:noFill/>
          <a:ln w="0">
            <a:noFill/>
          </a:ln>
        </p:spPr>
        <p:txBody>
          <a:bodyPr lIns="0" tIns="0" rIns="0" bIns="0" anchor="t">
            <a:spAutoFit/>
          </a:bodyPr>
          <a:lstStyle>
            <a:lvl1pPr marL="12600" indent="0" algn="l">
              <a:lnSpc>
                <a:spcPts val="1664"/>
              </a:lnSpc>
              <a:buNone/>
              <a:defRPr lang="en-US" sz="1600" b="1" u="none" spc="-11" strike="noStrike">
                <a:solidFill>
                  <a:srgbClr val="888888"/>
                </a:solidFill>
                <a:effectLst/>
                <a:uFillTx/>
                <a:latin typeface="Cambria"/>
              </a:defRPr>
            </a:lvl1pPr>
          </a:lstStyle>
          <a:p>
            <a:pPr marL="12600" indent="0" algn="l">
              <a:lnSpc>
                <a:spcPts val="1664"/>
              </a:lnSpc>
              <a:buNone/>
            </a:pPr>
            <a:r>
              <a:rPr lang="en-US" sz="1600" b="1" u="none" spc="-11" strike="noStrike">
                <a:solidFill>
                  <a:srgbClr val="888888"/>
                </a:solidFill>
                <a:effectLst/>
                <a:uFillTx/>
                <a:latin typeface="Cambria"/>
              </a:rPr>
              <a:t>Department</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of</a:t>
            </a:r>
            <a:r>
              <a:rPr lang="en-US" sz="1600" b="1" u="none" spc="-31" strike="noStrike">
                <a:solidFill>
                  <a:srgbClr val="888888"/>
                </a:solidFill>
                <a:effectLst/>
                <a:uFillTx/>
                <a:latin typeface="Cambria"/>
              </a:rPr>
              <a:t> </a:t>
            </a:r>
            <a:r>
              <a:rPr lang="en-US" sz="1600" b="1" u="none" spc="-11" strike="noStrike">
                <a:solidFill>
                  <a:srgbClr val="888888"/>
                </a:solidFill>
                <a:effectLst/>
                <a:uFillTx/>
                <a:latin typeface="Cambria"/>
              </a:rPr>
              <a:t>Information</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Science</a:t>
            </a:r>
            <a:r>
              <a:rPr lang="en-US" sz="1600" b="1" u="none" spc="-31" strike="noStrike">
                <a:solidFill>
                  <a:srgbClr val="888888"/>
                </a:solidFill>
                <a:effectLst/>
                <a:uFillTx/>
                <a:latin typeface="Cambria"/>
              </a:rPr>
              <a:t> </a:t>
            </a:r>
            <a:r>
              <a:rPr lang="en-US" sz="1600" b="1" u="none" strike="noStrike">
                <a:solidFill>
                  <a:srgbClr val="888888"/>
                </a:solidFill>
                <a:effectLst/>
                <a:uFillTx/>
                <a:latin typeface="Cambria"/>
              </a:rPr>
              <a:t>&amp;</a:t>
            </a:r>
            <a:r>
              <a:rPr lang="en-US" sz="1600" b="1" u="none" spc="-34" strike="noStrike">
                <a:solidFill>
                  <a:srgbClr val="888888"/>
                </a:solidFill>
                <a:effectLst/>
                <a:uFillTx/>
                <a:latin typeface="Cambria"/>
              </a:rPr>
              <a:t> </a:t>
            </a:r>
            <a:r>
              <a:rPr lang="en-US" sz="1600" b="1" u="none" spc="-11" strike="noStrike">
                <a:solidFill>
                  <a:srgbClr val="888888"/>
                </a:solidFill>
                <a:effectLst/>
                <a:uFillTx/>
                <a:latin typeface="Cambria"/>
              </a:rPr>
              <a:t>Engineering</a:t>
            </a:r>
            <a:endParaRPr lang="en-US" sz="1600" b="0" u="none" strike="noStrike">
              <a:solidFill>
                <a:srgbClr val="000000"/>
              </a:solidFill>
              <a:effectLst/>
              <a:uFillTx/>
              <a:latin typeface="Times New Roman"/>
            </a:endParaRPr>
          </a:p>
        </p:txBody>
      </p:sp>
      <p:sp>
        <p:nvSpPr>
          <p:cNvPr id="57" name="PlaceHolder 4"/>
          <p:cNvSpPr>
            <a:spLocks noGrp="1"/>
          </p:cNvSpPr>
          <p:nvPr>
            <p:ph type="sldNum" idx="24"/>
          </p:nvPr>
        </p:nvSpPr>
        <p:spPr>
          <a:xfrm>
            <a:off x="11841120" y="6441120"/>
            <a:ext cx="209160" cy="244080"/>
          </a:xfrm>
          <a:prstGeom prst="rect">
            <a:avLst/>
          </a:prstGeom>
          <a:noFill/>
          <a:ln w="0">
            <a:noFill/>
          </a:ln>
        </p:spPr>
        <p:txBody>
          <a:bodyPr lIns="0" tIns="0" rIns="0" bIns="0" anchor="t">
            <a:spAutoFit/>
          </a:bodyPr>
          <a:lstStyle>
            <a:lvl1pPr marL="38160" indent="0" algn="l">
              <a:lnSpc>
                <a:spcPts val="1664"/>
              </a:lnSpc>
              <a:buNone/>
              <a:defRPr lang="en-US" sz="1600" b="1" u="none" spc="-51" strike="noStrike">
                <a:solidFill>
                  <a:srgbClr val="888888"/>
                </a:solidFill>
                <a:effectLst/>
                <a:uFillTx/>
                <a:latin typeface="Cambria"/>
              </a:defRPr>
            </a:lvl1pPr>
          </a:lstStyle>
          <a:p>
            <a:pPr marL="38160" indent="0" algn="l">
              <a:lnSpc>
                <a:spcPts val="1664"/>
              </a:lnSpc>
              <a:buNone/>
            </a:pPr>
            <a:fld id="{D64AE119-67A5-4753-BF02-566C01BCCD24}" type="slidenum">
              <a:rPr lang="en-US" sz="1600" b="1" u="none" spc="-51" strike="noStrike">
                <a:solidFill>
                  <a:srgbClr val="888888"/>
                </a:solidFill>
                <a:effectLst/>
                <a:uFillTx/>
                <a:latin typeface="Cambria"/>
              </a:rPr>
              <a:t>6</a:t>
            </a:fld>
            <a:endParaRPr lang="en-US" sz="1600" b="0" u="none" strike="noStrike">
              <a:solidFill>
                <a:srgbClr val="000000"/>
              </a:solidFill>
              <a:effectLst/>
              <a:uFillTx/>
              <a:latin typeface="Times New Roman"/>
            </a:endParaRPr>
          </a:p>
        </p:txBody>
      </p:sp>
      <p:sp>
        <p:nvSpPr>
          <p:cNvPr id="58" name="PlaceHolder 5"/>
          <p:cNvSpPr>
            <a:spLocks noGrp="1"/>
          </p:cNvSpPr>
          <p:nvPr>
            <p:ph/>
          </p:nvPr>
        </p:nvSpPr>
        <p:spPr>
          <a:xfrm>
            <a:off x="907920" y="1370160"/>
            <a:ext cx="10375560" cy="4398120"/>
          </a:xfrm>
          <a:prstGeom prst="rect">
            <a:avLst/>
          </a:prstGeom>
          <a:noFill/>
          <a:ln w="0">
            <a:noFill/>
          </a:ln>
        </p:spPr>
        <p:txBody>
          <a:bodyPr lIns="0" tIns="241200" rIns="0" bIns="0" anchor="t">
            <a:spAutoFit/>
          </a:bodyPr>
          <a:p>
            <a:pPr indent="0" algn="just" defTabSz="914400">
              <a:lnSpc>
                <a:spcPct val="150000"/>
              </a:lnSpc>
              <a:buNone/>
            </a:pPr>
            <a:r>
              <a:rPr lang="en-US" sz="2000" b="0" u="none" strike="noStrike">
                <a:solidFill>
                  <a:srgbClr val="000000"/>
                </a:solidFill>
                <a:effectLst/>
                <a:uFillTx/>
                <a:latin typeface="Times New Roman"/>
              </a:rPr>
              <a:t>CivicFlow is an AI-powered, multimodal assistant that automates the triage of civic complaints received through text, voice, and images.</a:t>
            </a:r>
            <a:endParaRPr lang="en-US" sz="2000" b="0" u="none" strike="noStrike">
              <a:solidFill>
                <a:srgbClr val="000000"/>
              </a:solidFill>
              <a:effectLst/>
              <a:uFillTx/>
              <a:latin typeface="Calibri"/>
            </a:endParaRPr>
          </a:p>
          <a:p>
            <a:pPr indent="0" algn="just" defTabSz="914400">
              <a:lnSpc>
                <a:spcPct val="150000"/>
              </a:lnSpc>
              <a:buNone/>
            </a:pPr>
            <a:r>
              <a:rPr lang="en-US" sz="2000" b="0" u="none" strike="noStrike">
                <a:solidFill>
                  <a:srgbClr val="000000"/>
                </a:solidFill>
                <a:effectLst/>
                <a:uFillTx/>
                <a:latin typeface="Times New Roman"/>
              </a:rPr>
              <a:t>It uses Whisper-based speech recognition, OCR and image captioning, and LLM-driven structured output to classify and route issues to the correct municipal departments.</a:t>
            </a:r>
            <a:endParaRPr lang="en-US" sz="2000" b="0" u="none" strike="noStrike">
              <a:solidFill>
                <a:srgbClr val="000000"/>
              </a:solidFill>
              <a:effectLst/>
              <a:uFillTx/>
              <a:latin typeface="Calibri"/>
            </a:endParaRPr>
          </a:p>
          <a:p>
            <a:pPr indent="0" algn="just" defTabSz="914400">
              <a:lnSpc>
                <a:spcPct val="150000"/>
              </a:lnSpc>
              <a:buNone/>
            </a:pPr>
            <a:r>
              <a:rPr lang="en-US" sz="2000" b="0" u="none" strike="noStrike">
                <a:solidFill>
                  <a:srgbClr val="000000"/>
                </a:solidFill>
                <a:effectLst/>
                <a:uFillTx/>
                <a:latin typeface="Times New Roman"/>
              </a:rPr>
              <a:t>A Retrieval-Augmented Generation (RAG) layer grounds responses in municipal guidelines, ensuring factual accuracy and traceability.</a:t>
            </a:r>
            <a:endParaRPr lang="en-US" sz="2000" b="0" u="none" strike="noStrike">
              <a:solidFill>
                <a:srgbClr val="000000"/>
              </a:solidFill>
              <a:effectLst/>
              <a:uFillTx/>
              <a:latin typeface="Calibri"/>
            </a:endParaRPr>
          </a:p>
          <a:p>
            <a:pPr indent="0" algn="just" defTabSz="914400">
              <a:lnSpc>
                <a:spcPct val="150000"/>
              </a:lnSpc>
              <a:buNone/>
            </a:pPr>
            <a:r>
              <a:rPr lang="en-US" sz="2000" b="0" u="none" strike="noStrike">
                <a:solidFill>
                  <a:srgbClr val="000000"/>
                </a:solidFill>
                <a:effectLst/>
                <a:uFillTx/>
                <a:latin typeface="Times New Roman"/>
              </a:rPr>
              <a:t>By streamlining 311-style workflows and enabling real-time tracking, CivicFlow enhances efficiency, transparency, and accountability in public service delivery.</a:t>
            </a:r>
            <a:endParaRPr lang="en-US" sz="2000" b="0" u="none" strike="noStrike">
              <a:solidFill>
                <a:srgbClr val="000000"/>
              </a:solidFill>
              <a:effectLst/>
              <a:uFillTx/>
              <a:latin typeface="Calibri"/>
            </a:endParaRPr>
          </a:p>
          <a:p>
            <a:pPr indent="0" algn="l" defTabSz="914400">
              <a:lnSpc>
                <a:spcPct val="100000"/>
              </a:lnSpc>
              <a:spcBef>
                <a:spcPts val="1899"/>
              </a:spcBef>
              <a:buNone/>
              <a:tabLst>
                <a:tab pos="592560" algn="l"/>
              </a:tabLst>
            </a:pPr>
            <a:endParaRPr lang="en-US" sz="2000" b="0" u="none" strike="noStrike">
              <a:solidFill>
                <a:srgbClr val="000000"/>
              </a:solidFill>
              <a:effectLst/>
              <a:uFillTx/>
              <a:latin typeface="Calibri"/>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 name="PlaceHolder 1"/>
          <p:cNvSpPr>
            <a:spLocks noGrp="1"/>
          </p:cNvSpPr>
          <p:nvPr>
            <p:ph type="title"/>
          </p:nvPr>
        </p:nvSpPr>
        <p:spPr>
          <a:xfrm>
            <a:off x="1349640" y="326520"/>
            <a:ext cx="10254240" cy="505440"/>
          </a:xfrm>
          <a:prstGeom prst="rect">
            <a:avLst/>
          </a:prstGeom>
          <a:noFill/>
          <a:ln w="0">
            <a:noFill/>
          </a:ln>
        </p:spPr>
        <p:txBody>
          <a:bodyPr lIns="0" tIns="12600" rIns="0" bIns="0" anchor="t">
            <a:spAutoFit/>
          </a:bodyPr>
          <a:p>
            <a:pPr marL="12600" indent="0" algn="ctr">
              <a:lnSpc>
                <a:spcPct val="100000"/>
              </a:lnSpc>
              <a:spcBef>
                <a:spcPts val="1899"/>
              </a:spcBef>
              <a:buNone/>
              <a:tabLst>
                <a:tab pos="592560" algn="l"/>
              </a:tabLst>
            </a:pPr>
            <a:r>
              <a:rPr lang="en-US" sz="3200" b="0" u="none" spc="-11" strike="noStrike">
                <a:solidFill>
                  <a:schemeClr val="lt1"/>
                </a:solidFill>
                <a:effectLst/>
                <a:uFillTx/>
                <a:latin typeface="Times New Roman"/>
                <a:ea typeface="Cambria"/>
              </a:rPr>
              <a:t>Introduction</a:t>
            </a:r>
            <a:endParaRPr lang="en-US" sz="3200" b="0" u="none" strike="noStrike">
              <a:solidFill>
                <a:srgbClr val="000000"/>
              </a:solidFill>
              <a:effectLst/>
              <a:uFillTx/>
              <a:latin typeface="Calibri"/>
            </a:endParaRPr>
          </a:p>
        </p:txBody>
      </p:sp>
      <p:sp>
        <p:nvSpPr>
          <p:cNvPr id="60" name="PlaceHolder 2"/>
          <p:cNvSpPr>
            <a:spLocks noGrp="1"/>
          </p:cNvSpPr>
          <p:nvPr>
            <p:ph type="dt" idx="25"/>
          </p:nvPr>
        </p:nvSpPr>
        <p:spPr>
          <a:xfrm>
            <a:off x="179640" y="6441120"/>
            <a:ext cx="1124280" cy="436320"/>
          </a:xfrm>
          <a:prstGeom prst="rect">
            <a:avLst/>
          </a:prstGeom>
          <a:noFill/>
          <a:ln w="0">
            <a:noFill/>
          </a:ln>
        </p:spPr>
        <p:txBody>
          <a:bodyPr lIns="0" tIns="0" rIns="0" bIns="0" anchor="t">
            <a:spAutoFit/>
          </a:bodyPr>
          <a:lstStyle>
            <a:lvl1pPr marL="12600" indent="0" algn="l">
              <a:lnSpc>
                <a:spcPts val="1664"/>
              </a:lnSpc>
              <a:buNone/>
              <a:defRPr lang="en-US" sz="1600" b="1" u="none" spc="-20" strike="noStrike">
                <a:solidFill>
                  <a:srgbClr val="888888"/>
                </a:solidFill>
                <a:effectLst/>
                <a:uFillTx/>
                <a:latin typeface="Cambria"/>
              </a:defRPr>
            </a:lvl1pPr>
          </a:lstStyle>
          <a:p>
            <a:pPr marL="12600" indent="0" algn="l">
              <a:lnSpc>
                <a:spcPts val="1664"/>
              </a:lnSpc>
              <a:buNone/>
            </a:pPr>
            <a:fld id="{53A615B2-9E6E-4EF8-A354-E76BDAA2B8F8}" type="datetime1">
              <a:rPr lang="en-US" sz="1600" b="1" u="none" spc="-20" strike="noStrike">
                <a:solidFill>
                  <a:srgbClr val="888888"/>
                </a:solidFill>
                <a:effectLst/>
                <a:uFillTx/>
                <a:latin typeface="Cambria"/>
              </a:rPr>
              <a:t>04/27/2026</a:t>
            </a:fld>
            <a:endParaRPr lang="en-US" sz="1600" b="0" u="none" strike="noStrike">
              <a:solidFill>
                <a:srgbClr val="000000"/>
              </a:solidFill>
              <a:effectLst/>
              <a:uFillTx/>
              <a:latin typeface="Times New Roman"/>
            </a:endParaRPr>
          </a:p>
        </p:txBody>
      </p:sp>
      <p:sp>
        <p:nvSpPr>
          <p:cNvPr id="61" name="PlaceHolder 3"/>
          <p:cNvSpPr>
            <a:spLocks noGrp="1"/>
          </p:cNvSpPr>
          <p:nvPr>
            <p:ph type="ftr" idx="26"/>
          </p:nvPr>
        </p:nvSpPr>
        <p:spPr>
          <a:xfrm>
            <a:off x="4074120" y="6441120"/>
            <a:ext cx="4679640" cy="244080"/>
          </a:xfrm>
          <a:prstGeom prst="rect">
            <a:avLst/>
          </a:prstGeom>
          <a:noFill/>
          <a:ln w="0">
            <a:noFill/>
          </a:ln>
        </p:spPr>
        <p:txBody>
          <a:bodyPr lIns="0" tIns="0" rIns="0" bIns="0" anchor="t">
            <a:spAutoFit/>
          </a:bodyPr>
          <a:lstStyle>
            <a:lvl1pPr marL="12600" indent="0" algn="l">
              <a:lnSpc>
                <a:spcPts val="1664"/>
              </a:lnSpc>
              <a:buNone/>
              <a:defRPr lang="en-US" sz="1600" b="1" u="none" spc="-11" strike="noStrike">
                <a:solidFill>
                  <a:srgbClr val="888888"/>
                </a:solidFill>
                <a:effectLst/>
                <a:uFillTx/>
                <a:latin typeface="Cambria"/>
              </a:defRPr>
            </a:lvl1pPr>
          </a:lstStyle>
          <a:p>
            <a:pPr marL="12600" indent="0" algn="l">
              <a:lnSpc>
                <a:spcPts val="1664"/>
              </a:lnSpc>
              <a:buNone/>
            </a:pPr>
            <a:r>
              <a:rPr lang="en-US" sz="1600" b="1" u="none" spc="-11" strike="noStrike">
                <a:solidFill>
                  <a:srgbClr val="888888"/>
                </a:solidFill>
                <a:effectLst/>
                <a:uFillTx/>
                <a:latin typeface="Cambria"/>
              </a:rPr>
              <a:t>Department</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of</a:t>
            </a:r>
            <a:r>
              <a:rPr lang="en-US" sz="1600" b="1" u="none" spc="-31" strike="noStrike">
                <a:solidFill>
                  <a:srgbClr val="888888"/>
                </a:solidFill>
                <a:effectLst/>
                <a:uFillTx/>
                <a:latin typeface="Cambria"/>
              </a:rPr>
              <a:t> </a:t>
            </a:r>
            <a:r>
              <a:rPr lang="en-US" sz="1600" b="1" u="none" spc="-11" strike="noStrike">
                <a:solidFill>
                  <a:srgbClr val="888888"/>
                </a:solidFill>
                <a:effectLst/>
                <a:uFillTx/>
                <a:latin typeface="Cambria"/>
              </a:rPr>
              <a:t>Information</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Science</a:t>
            </a:r>
            <a:r>
              <a:rPr lang="en-US" sz="1600" b="1" u="none" spc="-31" strike="noStrike">
                <a:solidFill>
                  <a:srgbClr val="888888"/>
                </a:solidFill>
                <a:effectLst/>
                <a:uFillTx/>
                <a:latin typeface="Cambria"/>
              </a:rPr>
              <a:t> </a:t>
            </a:r>
            <a:r>
              <a:rPr lang="en-US" sz="1600" b="1" u="none" strike="noStrike">
                <a:solidFill>
                  <a:srgbClr val="888888"/>
                </a:solidFill>
                <a:effectLst/>
                <a:uFillTx/>
                <a:latin typeface="Cambria"/>
              </a:rPr>
              <a:t>&amp;</a:t>
            </a:r>
            <a:r>
              <a:rPr lang="en-US" sz="1600" b="1" u="none" spc="-34" strike="noStrike">
                <a:solidFill>
                  <a:srgbClr val="888888"/>
                </a:solidFill>
                <a:effectLst/>
                <a:uFillTx/>
                <a:latin typeface="Cambria"/>
              </a:rPr>
              <a:t> </a:t>
            </a:r>
            <a:r>
              <a:rPr lang="en-US" sz="1600" b="1" u="none" spc="-11" strike="noStrike">
                <a:solidFill>
                  <a:srgbClr val="888888"/>
                </a:solidFill>
                <a:effectLst/>
                <a:uFillTx/>
                <a:latin typeface="Cambria"/>
              </a:rPr>
              <a:t>Engineering</a:t>
            </a:r>
            <a:endParaRPr lang="en-US" sz="1600" b="0" u="none" strike="noStrike">
              <a:solidFill>
                <a:srgbClr val="000000"/>
              </a:solidFill>
              <a:effectLst/>
              <a:uFillTx/>
              <a:latin typeface="Times New Roman"/>
            </a:endParaRPr>
          </a:p>
        </p:txBody>
      </p:sp>
      <p:sp>
        <p:nvSpPr>
          <p:cNvPr id="62" name="PlaceHolder 4"/>
          <p:cNvSpPr>
            <a:spLocks noGrp="1"/>
          </p:cNvSpPr>
          <p:nvPr>
            <p:ph type="sldNum" idx="27"/>
          </p:nvPr>
        </p:nvSpPr>
        <p:spPr>
          <a:xfrm>
            <a:off x="11841120" y="6441120"/>
            <a:ext cx="209160" cy="244080"/>
          </a:xfrm>
          <a:prstGeom prst="rect">
            <a:avLst/>
          </a:prstGeom>
          <a:noFill/>
          <a:ln w="0">
            <a:noFill/>
          </a:ln>
        </p:spPr>
        <p:txBody>
          <a:bodyPr lIns="0" tIns="0" rIns="0" bIns="0" anchor="t">
            <a:spAutoFit/>
          </a:bodyPr>
          <a:lstStyle>
            <a:lvl1pPr marL="38160" indent="0" algn="l">
              <a:lnSpc>
                <a:spcPts val="1664"/>
              </a:lnSpc>
              <a:buNone/>
              <a:defRPr lang="en-US" sz="1600" b="1" u="none" spc="-51" strike="noStrike">
                <a:solidFill>
                  <a:srgbClr val="888888"/>
                </a:solidFill>
                <a:effectLst/>
                <a:uFillTx/>
                <a:latin typeface="Cambria"/>
              </a:defRPr>
            </a:lvl1pPr>
          </a:lstStyle>
          <a:p>
            <a:pPr marL="38160" indent="0" algn="l">
              <a:lnSpc>
                <a:spcPts val="1664"/>
              </a:lnSpc>
              <a:buNone/>
            </a:pPr>
            <a:fld id="{DCC45812-8417-4EE3-A62B-8B5D2F4A0A23}" type="slidenum">
              <a:rPr lang="en-US" sz="1600" b="1" u="none" spc="-51" strike="noStrike">
                <a:solidFill>
                  <a:srgbClr val="888888"/>
                </a:solidFill>
                <a:effectLst/>
                <a:uFillTx/>
                <a:latin typeface="Cambria"/>
              </a:rPr>
              <a:t>6</a:t>
            </a:fld>
            <a:endParaRPr lang="en-US" sz="1600" b="0" u="none" strike="noStrike">
              <a:solidFill>
                <a:srgbClr val="000000"/>
              </a:solidFill>
              <a:effectLst/>
              <a:uFillTx/>
              <a:latin typeface="Times New Roman"/>
            </a:endParaRPr>
          </a:p>
        </p:txBody>
      </p:sp>
      <p:sp>
        <p:nvSpPr>
          <p:cNvPr id="63" name="PlaceHolder 5"/>
          <p:cNvSpPr>
            <a:spLocks noGrp="1"/>
          </p:cNvSpPr>
          <p:nvPr>
            <p:ph/>
          </p:nvPr>
        </p:nvSpPr>
        <p:spPr>
          <a:xfrm>
            <a:off x="907920" y="1186560"/>
            <a:ext cx="10375560" cy="4770000"/>
          </a:xfrm>
          <a:prstGeom prst="rect">
            <a:avLst/>
          </a:prstGeom>
          <a:noFill/>
          <a:ln w="0">
            <a:noFill/>
          </a:ln>
        </p:spPr>
        <p:txBody>
          <a:bodyPr lIns="0" tIns="241200" rIns="0" bIns="0" anchor="t">
            <a:spAutoFit/>
          </a:bodyPr>
          <a:p>
            <a:pPr marL="343080" indent="-343080" algn="just">
              <a:lnSpc>
                <a:spcPct val="100000"/>
              </a:lnSpc>
              <a:buClr>
                <a:srgbClr val="000000"/>
              </a:buClr>
              <a:buFont typeface="Arial"/>
              <a:buChar char="•"/>
            </a:pPr>
            <a:r>
              <a:rPr lang="en-US" sz="2000" b="0" u="none" strike="noStrike">
                <a:solidFill>
                  <a:schemeClr val="dk1"/>
                </a:solidFill>
                <a:effectLst/>
                <a:uFillTx/>
                <a:latin typeface="Times New Roman"/>
              </a:rPr>
              <a:t>Every day, city administrations receive thousands of complaints from citizens about damaged roads, water leaks, garbage accumulation, and power failures. These complaints arrive through multiple channels — text messages, emails, WhatsApp voice notes, social media posts, and images — often in different regional languages, making the data unstructured and difficult to process manually.</a:t>
            </a:r>
            <a:endParaRPr lang="en-US" sz="2000" b="0" u="none" strike="noStrike">
              <a:solidFill>
                <a:srgbClr val="000000"/>
              </a:solidFill>
              <a:effectLst/>
              <a:uFillTx/>
              <a:latin typeface="Calibri"/>
            </a:endParaRPr>
          </a:p>
          <a:p>
            <a:pPr indent="0" algn="just">
              <a:lnSpc>
                <a:spcPct val="100000"/>
              </a:lnSpc>
              <a:buNone/>
            </a:pPr>
            <a:endParaRPr lang="en-US" sz="2000" b="0" u="none" strike="noStrike">
              <a:solidFill>
                <a:srgbClr val="000000"/>
              </a:solidFill>
              <a:effectLst/>
              <a:uFillTx/>
              <a:latin typeface="Calibri"/>
            </a:endParaRPr>
          </a:p>
          <a:p>
            <a:pPr marL="343080" indent="-343080" algn="just">
              <a:lnSpc>
                <a:spcPct val="100000"/>
              </a:lnSpc>
              <a:buClr>
                <a:srgbClr val="000000"/>
              </a:buClr>
              <a:buFont typeface="Arial"/>
              <a:buChar char="•"/>
            </a:pPr>
            <a:r>
              <a:rPr lang="en-US" sz="2000" b="0" u="none" strike="noStrike">
                <a:solidFill>
                  <a:schemeClr val="dk1"/>
                </a:solidFill>
                <a:effectLst/>
                <a:uFillTx/>
                <a:latin typeface="Times New Roman"/>
              </a:rPr>
              <a:t>The current manual triage process is slow, inconsistent, and error-prone. On average, it takes 2 to 3 days to process a single complaint, nearly 30% of complaints are misrouted to the wrong department, and 40% of urgent issues breach their SLA deadlines. This leads to delayed resolutions and reduced trust in civic institutions.</a:t>
            </a:r>
            <a:endParaRPr lang="en-US" sz="2000" b="0" u="none" strike="noStrike">
              <a:solidFill>
                <a:srgbClr val="000000"/>
              </a:solidFill>
              <a:effectLst/>
              <a:uFillTx/>
              <a:latin typeface="Calibri"/>
            </a:endParaRPr>
          </a:p>
          <a:p>
            <a:pPr indent="0" algn="just">
              <a:lnSpc>
                <a:spcPct val="100000"/>
              </a:lnSpc>
              <a:buNone/>
            </a:pPr>
            <a:endParaRPr lang="en-US" sz="2000" b="0" u="none" strike="noStrike">
              <a:solidFill>
                <a:srgbClr val="000000"/>
              </a:solidFill>
              <a:effectLst/>
              <a:uFillTx/>
              <a:latin typeface="Calibri"/>
            </a:endParaRPr>
          </a:p>
          <a:p>
            <a:pPr marL="343080" indent="-343080" algn="just">
              <a:lnSpc>
                <a:spcPct val="100000"/>
              </a:lnSpc>
              <a:buClr>
                <a:srgbClr val="000000"/>
              </a:buClr>
              <a:buFont typeface="Arial"/>
              <a:buChar char="•"/>
            </a:pPr>
            <a:r>
              <a:rPr lang="en-US" sz="2000" b="0" u="none" strike="noStrike">
                <a:solidFill>
                  <a:schemeClr val="dk1"/>
                </a:solidFill>
                <a:effectLst/>
                <a:uFillTx/>
                <a:latin typeface="Times New Roman"/>
              </a:rPr>
              <a:t>AI Civic Issue Triage Assistant — is proposed as a solution to this problem. It is an intelligent, multimodal system that automatically ingests complaints from any channel, understands the content using Large Language Models and NLP, classifies the issue, and routes it to the correct municipal department in real time</a:t>
            </a:r>
            <a:endParaRPr lang="en-US" sz="2000" b="0" u="none" strike="noStrike">
              <a:solidFill>
                <a:srgbClr val="000000"/>
              </a:solidFill>
              <a:effectLst/>
              <a:uFillTx/>
              <a:latin typeface="Calibri"/>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PlaceHolder 1"/>
          <p:cNvSpPr>
            <a:spLocks noGrp="1"/>
          </p:cNvSpPr>
          <p:nvPr>
            <p:ph type="title"/>
          </p:nvPr>
        </p:nvSpPr>
        <p:spPr>
          <a:xfrm>
            <a:off x="1349640" y="326520"/>
            <a:ext cx="10254240" cy="505440"/>
          </a:xfrm>
          <a:prstGeom prst="rect">
            <a:avLst/>
          </a:prstGeom>
          <a:noFill/>
          <a:ln w="0">
            <a:noFill/>
          </a:ln>
        </p:spPr>
        <p:txBody>
          <a:bodyPr lIns="0" tIns="12600" rIns="0" bIns="0" anchor="t">
            <a:spAutoFit/>
          </a:bodyPr>
          <a:p>
            <a:pPr marL="12600" indent="0" algn="ctr">
              <a:lnSpc>
                <a:spcPct val="100000"/>
              </a:lnSpc>
              <a:spcBef>
                <a:spcPts val="1899"/>
              </a:spcBef>
              <a:buNone/>
              <a:tabLst>
                <a:tab pos="592560" algn="l"/>
              </a:tabLst>
            </a:pPr>
            <a:r>
              <a:rPr lang="en-US" sz="3200" b="0" u="none" spc="-11" strike="noStrike">
                <a:solidFill>
                  <a:schemeClr val="lt1"/>
                </a:solidFill>
                <a:effectLst/>
                <a:uFillTx/>
                <a:latin typeface="Cambria"/>
                <a:ea typeface="Cambria"/>
              </a:rPr>
              <a:t>Literature</a:t>
            </a:r>
            <a:r>
              <a:rPr lang="en-US" sz="3200" b="0" u="none" spc="-119" strike="noStrike">
                <a:solidFill>
                  <a:schemeClr val="lt1"/>
                </a:solidFill>
                <a:effectLst/>
                <a:uFillTx/>
                <a:latin typeface="Cambria"/>
                <a:ea typeface="Cambria"/>
              </a:rPr>
              <a:t> </a:t>
            </a:r>
            <a:r>
              <a:rPr lang="en-US" sz="3200" b="0" u="none" spc="-11" strike="noStrike">
                <a:solidFill>
                  <a:schemeClr val="lt1"/>
                </a:solidFill>
                <a:effectLst/>
                <a:uFillTx/>
                <a:latin typeface="Cambria"/>
                <a:ea typeface="Cambria"/>
              </a:rPr>
              <a:t>survey</a:t>
            </a:r>
            <a:endParaRPr lang="en-US" sz="3200" b="0" u="none" strike="noStrike">
              <a:solidFill>
                <a:srgbClr val="000000"/>
              </a:solidFill>
              <a:effectLst/>
              <a:uFillTx/>
              <a:latin typeface="Calibri"/>
            </a:endParaRPr>
          </a:p>
        </p:txBody>
      </p:sp>
      <p:sp>
        <p:nvSpPr>
          <p:cNvPr id="65" name="PlaceHolder 2"/>
          <p:cNvSpPr>
            <a:spLocks noGrp="1"/>
          </p:cNvSpPr>
          <p:nvPr>
            <p:ph type="dt" idx="28"/>
          </p:nvPr>
        </p:nvSpPr>
        <p:spPr>
          <a:xfrm>
            <a:off x="179640" y="6441120"/>
            <a:ext cx="1124280" cy="436320"/>
          </a:xfrm>
          <a:prstGeom prst="rect">
            <a:avLst/>
          </a:prstGeom>
          <a:noFill/>
          <a:ln w="0">
            <a:noFill/>
          </a:ln>
        </p:spPr>
        <p:txBody>
          <a:bodyPr lIns="0" tIns="0" rIns="0" bIns="0" anchor="t">
            <a:spAutoFit/>
          </a:bodyPr>
          <a:lstStyle>
            <a:lvl1pPr marL="12600" indent="0" algn="l">
              <a:lnSpc>
                <a:spcPts val="1664"/>
              </a:lnSpc>
              <a:buNone/>
              <a:defRPr lang="en-US" sz="1600" b="1" u="none" spc="-20" strike="noStrike">
                <a:solidFill>
                  <a:srgbClr val="888888"/>
                </a:solidFill>
                <a:effectLst/>
                <a:uFillTx/>
                <a:latin typeface="Cambria"/>
              </a:defRPr>
            </a:lvl1pPr>
          </a:lstStyle>
          <a:p>
            <a:pPr marL="12600" indent="0" algn="l">
              <a:lnSpc>
                <a:spcPts val="1664"/>
              </a:lnSpc>
              <a:buNone/>
            </a:pPr>
            <a:fld id="{7F8AE056-FF92-4931-9510-DA15479B73C8}" type="datetime1">
              <a:rPr lang="en-US" sz="1600" b="1" u="none" spc="-20" strike="noStrike">
                <a:solidFill>
                  <a:srgbClr val="888888"/>
                </a:solidFill>
                <a:effectLst/>
                <a:uFillTx/>
                <a:latin typeface="Cambria"/>
              </a:rPr>
              <a:t>04/27/2026</a:t>
            </a:fld>
            <a:endParaRPr lang="en-US" sz="1600" b="0" u="none" strike="noStrike">
              <a:solidFill>
                <a:srgbClr val="000000"/>
              </a:solidFill>
              <a:effectLst/>
              <a:uFillTx/>
              <a:latin typeface="Times New Roman"/>
            </a:endParaRPr>
          </a:p>
        </p:txBody>
      </p:sp>
      <p:sp>
        <p:nvSpPr>
          <p:cNvPr id="66" name="PlaceHolder 3"/>
          <p:cNvSpPr>
            <a:spLocks noGrp="1"/>
          </p:cNvSpPr>
          <p:nvPr>
            <p:ph type="ftr" idx="29"/>
          </p:nvPr>
        </p:nvSpPr>
        <p:spPr>
          <a:xfrm>
            <a:off x="4074120" y="6441120"/>
            <a:ext cx="4679640" cy="244080"/>
          </a:xfrm>
          <a:prstGeom prst="rect">
            <a:avLst/>
          </a:prstGeom>
          <a:noFill/>
          <a:ln w="0">
            <a:noFill/>
          </a:ln>
        </p:spPr>
        <p:txBody>
          <a:bodyPr lIns="0" tIns="0" rIns="0" bIns="0" anchor="t">
            <a:spAutoFit/>
          </a:bodyPr>
          <a:lstStyle>
            <a:lvl1pPr marL="12600" indent="0" algn="l">
              <a:lnSpc>
                <a:spcPts val="1664"/>
              </a:lnSpc>
              <a:buNone/>
              <a:defRPr lang="en-US" sz="1600" b="1" u="none" spc="-11" strike="noStrike">
                <a:solidFill>
                  <a:srgbClr val="888888"/>
                </a:solidFill>
                <a:effectLst/>
                <a:uFillTx/>
                <a:latin typeface="Cambria"/>
              </a:defRPr>
            </a:lvl1pPr>
          </a:lstStyle>
          <a:p>
            <a:pPr marL="12600" indent="0" algn="l">
              <a:lnSpc>
                <a:spcPts val="1664"/>
              </a:lnSpc>
              <a:buNone/>
            </a:pPr>
            <a:r>
              <a:rPr lang="en-US" sz="1600" b="1" u="none" spc="-11" strike="noStrike">
                <a:solidFill>
                  <a:srgbClr val="888888"/>
                </a:solidFill>
                <a:effectLst/>
                <a:uFillTx/>
                <a:latin typeface="Cambria"/>
              </a:rPr>
              <a:t>Department</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of</a:t>
            </a:r>
            <a:r>
              <a:rPr lang="en-US" sz="1600" b="1" u="none" spc="-31" strike="noStrike">
                <a:solidFill>
                  <a:srgbClr val="888888"/>
                </a:solidFill>
                <a:effectLst/>
                <a:uFillTx/>
                <a:latin typeface="Cambria"/>
              </a:rPr>
              <a:t> </a:t>
            </a:r>
            <a:r>
              <a:rPr lang="en-US" sz="1600" b="1" u="none" spc="-11" strike="noStrike">
                <a:solidFill>
                  <a:srgbClr val="888888"/>
                </a:solidFill>
                <a:effectLst/>
                <a:uFillTx/>
                <a:latin typeface="Cambria"/>
              </a:rPr>
              <a:t>Information</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Science</a:t>
            </a:r>
            <a:r>
              <a:rPr lang="en-US" sz="1600" b="1" u="none" spc="-31" strike="noStrike">
                <a:solidFill>
                  <a:srgbClr val="888888"/>
                </a:solidFill>
                <a:effectLst/>
                <a:uFillTx/>
                <a:latin typeface="Cambria"/>
              </a:rPr>
              <a:t> </a:t>
            </a:r>
            <a:r>
              <a:rPr lang="en-US" sz="1600" b="1" u="none" strike="noStrike">
                <a:solidFill>
                  <a:srgbClr val="888888"/>
                </a:solidFill>
                <a:effectLst/>
                <a:uFillTx/>
                <a:latin typeface="Cambria"/>
              </a:rPr>
              <a:t>&amp;</a:t>
            </a:r>
            <a:r>
              <a:rPr lang="en-US" sz="1600" b="1" u="none" spc="-34" strike="noStrike">
                <a:solidFill>
                  <a:srgbClr val="888888"/>
                </a:solidFill>
                <a:effectLst/>
                <a:uFillTx/>
                <a:latin typeface="Cambria"/>
              </a:rPr>
              <a:t> </a:t>
            </a:r>
            <a:r>
              <a:rPr lang="en-US" sz="1600" b="1" u="none" spc="-11" strike="noStrike">
                <a:solidFill>
                  <a:srgbClr val="888888"/>
                </a:solidFill>
                <a:effectLst/>
                <a:uFillTx/>
                <a:latin typeface="Cambria"/>
              </a:rPr>
              <a:t>Engineering</a:t>
            </a:r>
            <a:endParaRPr lang="en-US" sz="1600" b="0" u="none" strike="noStrike">
              <a:solidFill>
                <a:srgbClr val="000000"/>
              </a:solidFill>
              <a:effectLst/>
              <a:uFillTx/>
              <a:latin typeface="Times New Roman"/>
            </a:endParaRPr>
          </a:p>
        </p:txBody>
      </p:sp>
      <p:sp>
        <p:nvSpPr>
          <p:cNvPr id="67" name="PlaceHolder 4"/>
          <p:cNvSpPr>
            <a:spLocks noGrp="1"/>
          </p:cNvSpPr>
          <p:nvPr>
            <p:ph type="sldNum" idx="30"/>
          </p:nvPr>
        </p:nvSpPr>
        <p:spPr>
          <a:xfrm>
            <a:off x="11841120" y="6441120"/>
            <a:ext cx="209160" cy="244080"/>
          </a:xfrm>
          <a:prstGeom prst="rect">
            <a:avLst/>
          </a:prstGeom>
          <a:noFill/>
          <a:ln w="0">
            <a:noFill/>
          </a:ln>
        </p:spPr>
        <p:txBody>
          <a:bodyPr lIns="0" tIns="0" rIns="0" bIns="0" anchor="t">
            <a:spAutoFit/>
          </a:bodyPr>
          <a:lstStyle>
            <a:lvl1pPr marL="38160" indent="0" algn="l">
              <a:lnSpc>
                <a:spcPts val="1664"/>
              </a:lnSpc>
              <a:buNone/>
              <a:defRPr lang="en-US" sz="1600" b="1" u="none" spc="-51" strike="noStrike">
                <a:solidFill>
                  <a:srgbClr val="888888"/>
                </a:solidFill>
                <a:effectLst/>
                <a:uFillTx/>
                <a:latin typeface="Cambria"/>
              </a:defRPr>
            </a:lvl1pPr>
          </a:lstStyle>
          <a:p>
            <a:pPr marL="38160" indent="0" algn="l">
              <a:lnSpc>
                <a:spcPts val="1664"/>
              </a:lnSpc>
              <a:buNone/>
            </a:pPr>
            <a:fld id="{DF4203E2-5275-4741-8B0F-C060CA495C04}" type="slidenum">
              <a:rPr lang="en-US" sz="1600" b="1" u="none" spc="-51" strike="noStrike">
                <a:solidFill>
                  <a:srgbClr val="888888"/>
                </a:solidFill>
                <a:effectLst/>
                <a:uFillTx/>
                <a:latin typeface="Cambria"/>
              </a:rPr>
              <a:t>6</a:t>
            </a:fld>
            <a:endParaRPr lang="en-US" sz="1600" b="0" u="none" strike="noStrike">
              <a:solidFill>
                <a:srgbClr val="000000"/>
              </a:solidFill>
              <a:effectLst/>
              <a:uFillTx/>
              <a:latin typeface="Times New Roman"/>
            </a:endParaRPr>
          </a:p>
        </p:txBody>
      </p:sp>
      <p:graphicFrame>
        <p:nvGraphicFramePr>
          <p:cNvPr id="68" name="Table 3"/>
          <p:cNvGraphicFramePr/>
          <p:nvPr/>
        </p:nvGraphicFramePr>
        <p:xfrm>
          <a:off x="763920" y="1319040"/>
          <a:ext cx="10662480" cy="4998960"/>
        </p:xfrm>
        <a:graphic>
          <a:graphicData uri="http://schemas.openxmlformats.org/drawingml/2006/table">
            <a:tbl>
              <a:tblPr/>
              <a:tblGrid>
                <a:gridCol w="922320"/>
                <a:gridCol w="4085640"/>
                <a:gridCol w="5654880"/>
              </a:tblGrid>
              <a:tr h="461160">
                <a:tc>
                  <a:txBody>
                    <a:bodyPr lIns="24840" tIns="12240" rIns="24840" bIns="12240" anchor="ctr">
                      <a:noAutofit/>
                    </a:bodyPr>
                    <a:p>
                      <a:pPr defTabSz="914400">
                        <a:lnSpc>
                          <a:spcPct val="100000"/>
                        </a:lnSpc>
                      </a:pPr>
                      <a:r>
                        <a:rPr lang="en-US" sz="1800" b="1" u="none" strike="noStrike">
                          <a:solidFill>
                            <a:schemeClr val="dk1"/>
                          </a:solidFill>
                          <a:effectLst/>
                          <a:uFillTx/>
                          <a:latin typeface="Times New Roman"/>
                        </a:rPr>
                        <a:t>Year</a:t>
                      </a:r>
                      <a:endParaRPr lang="en-US" sz="1800" b="0" u="none" strike="noStrike">
                        <a:solidFill>
                          <a:srgbClr val="FFFFFF"/>
                        </a:solidFill>
                        <a:effectLst/>
                        <a:uFillTx/>
                        <a:latin typeface="Arial"/>
                      </a:endParaRPr>
                    </a:p>
                  </a:txBody>
                  <a:tcPr anchor="ctr" marL="24840" marR="24840" marT="12240" marB="122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dk2">
                        <a:lumMod val="60000"/>
                        <a:lumOff val="40000"/>
                      </a:schemeClr>
                    </a:solidFill>
                  </a:tcPr>
                </a:tc>
                <a:tc>
                  <a:txBody>
                    <a:bodyPr lIns="24840" tIns="12240" rIns="24840" bIns="12240" anchor="ctr">
                      <a:noAutofit/>
                    </a:bodyPr>
                    <a:p>
                      <a:pPr defTabSz="914400">
                        <a:lnSpc>
                          <a:spcPct val="100000"/>
                        </a:lnSpc>
                      </a:pPr>
                      <a:r>
                        <a:rPr lang="en-US" sz="1800" b="1" u="none" strike="noStrike">
                          <a:solidFill>
                            <a:schemeClr val="dk1"/>
                          </a:solidFill>
                          <a:effectLst/>
                          <a:uFillTx/>
                          <a:latin typeface="Times New Roman"/>
                        </a:rPr>
                        <a:t>Authors / Source</a:t>
                      </a:r>
                      <a:endParaRPr lang="en-US" sz="1800" b="0" u="none" strike="noStrike">
                        <a:solidFill>
                          <a:srgbClr val="FFFFFF"/>
                        </a:solidFill>
                        <a:effectLst/>
                        <a:uFillTx/>
                        <a:latin typeface="Arial"/>
                      </a:endParaRPr>
                    </a:p>
                  </a:txBody>
                  <a:tcPr anchor="ctr" marL="24840" marR="24840" marT="12240" marB="122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dk2">
                        <a:lumMod val="60000"/>
                        <a:lumOff val="40000"/>
                      </a:schemeClr>
                    </a:solidFill>
                  </a:tcPr>
                </a:tc>
                <a:tc>
                  <a:txBody>
                    <a:bodyPr lIns="24840" tIns="12240" rIns="24840" bIns="12240" anchor="ctr">
                      <a:noAutofit/>
                    </a:bodyPr>
                    <a:p>
                      <a:pPr defTabSz="914400">
                        <a:lnSpc>
                          <a:spcPct val="100000"/>
                        </a:lnSpc>
                      </a:pPr>
                      <a:r>
                        <a:rPr lang="en-US" sz="1800" b="1" u="none" strike="noStrike">
                          <a:solidFill>
                            <a:schemeClr val="dk1"/>
                          </a:solidFill>
                          <a:effectLst/>
                          <a:uFillTx/>
                          <a:latin typeface="Times New Roman"/>
                        </a:rPr>
                        <a:t>Findings</a:t>
                      </a:r>
                      <a:endParaRPr lang="en-US" sz="1800" b="0" u="none" strike="noStrike">
                        <a:solidFill>
                          <a:srgbClr val="FFFFFF"/>
                        </a:solidFill>
                        <a:effectLst/>
                        <a:uFillTx/>
                        <a:latin typeface="Arial"/>
                      </a:endParaRPr>
                    </a:p>
                  </a:txBody>
                  <a:tcPr anchor="ctr" marL="24840" marR="24840" marT="12240" marB="122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dk2">
                        <a:lumMod val="60000"/>
                        <a:lumOff val="40000"/>
                      </a:schemeClr>
                    </a:solidFill>
                  </a:tcPr>
                </a:tc>
              </a:tr>
              <a:tr h="907560">
                <a:tc>
                  <a:txBody>
                    <a:bodyPr lIns="24840" tIns="12240" rIns="24840" bIns="12240" anchor="ctr">
                      <a:noAutofit/>
                    </a:bodyPr>
                    <a:p>
                      <a:pPr defTabSz="914400">
                        <a:lnSpc>
                          <a:spcPct val="100000"/>
                        </a:lnSpc>
                      </a:pPr>
                      <a:r>
                        <a:rPr lang="en-001" sz="1800" b="1" u="none" strike="noStrike">
                          <a:solidFill>
                            <a:schemeClr val="dk1"/>
                          </a:solidFill>
                          <a:effectLst/>
                          <a:uFillTx/>
                          <a:latin typeface="Times New Roman"/>
                        </a:rPr>
                        <a:t>2025</a:t>
                      </a:r>
                      <a:endParaRPr lang="en-US" sz="1800" b="0" u="none" strike="noStrike">
                        <a:solidFill>
                          <a:srgbClr val="000000"/>
                        </a:solidFill>
                        <a:effectLst/>
                        <a:uFillTx/>
                        <a:latin typeface="Arial"/>
                      </a:endParaRPr>
                    </a:p>
                  </a:txBody>
                  <a:tcPr anchor="ctr" marL="24840" marR="24840" marT="12240" marB="122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dk2">
                        <a:lumMod val="40000"/>
                        <a:lumOff val="60000"/>
                      </a:schemeClr>
                    </a:solidFill>
                  </a:tcPr>
                </a:tc>
                <a:tc>
                  <a:txBody>
                    <a:bodyPr lIns="24840" tIns="12240" rIns="24840" bIns="12240" anchor="ctr">
                      <a:noAutofit/>
                    </a:bodyPr>
                    <a:p>
                      <a:pPr defTabSz="914400">
                        <a:lnSpc>
                          <a:spcPct val="100000"/>
                        </a:lnSpc>
                      </a:pPr>
                      <a:r>
                        <a:rPr lang="en-US" sz="1800" b="0" u="none" strike="noStrike">
                          <a:solidFill>
                            <a:schemeClr val="dk1"/>
                          </a:solidFill>
                          <a:effectLst/>
                          <a:uFillTx/>
                          <a:latin typeface="Times New Roman"/>
                        </a:rPr>
                        <a:t>Adebayo Da’Costa, Jennifer Teke, Joseph E. Origbo, Ayokunle Osonuga, Eghosasere Egbon, David B. Olawade</a:t>
                      </a:r>
                      <a:endParaRPr lang="en-US" sz="1800" b="0" u="none" strike="noStrike">
                        <a:solidFill>
                          <a:srgbClr val="000000"/>
                        </a:solidFill>
                        <a:effectLst/>
                        <a:uFillTx/>
                        <a:latin typeface="Arial"/>
                      </a:endParaRPr>
                    </a:p>
                  </a:txBody>
                  <a:tcPr anchor="ctr" marL="24840" marR="24840" marT="12240" marB="122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dk2">
                        <a:lumMod val="40000"/>
                        <a:lumOff val="60000"/>
                      </a:schemeClr>
                    </a:solidFill>
                  </a:tcPr>
                </a:tc>
                <a:tc>
                  <a:txBody>
                    <a:bodyPr lIns="24840" tIns="12240" rIns="24840" bIns="12240" anchor="ctr">
                      <a:noAutofit/>
                    </a:bodyPr>
                    <a:p>
                      <a:pPr defTabSz="914400">
                        <a:lnSpc>
                          <a:spcPct val="100000"/>
                        </a:lnSpc>
                      </a:pPr>
                      <a:r>
                        <a:rPr lang="en-US" sz="1800" b="0" u="none" strike="noStrike">
                          <a:solidFill>
                            <a:schemeClr val="dk1"/>
                          </a:solidFill>
                          <a:effectLst/>
                          <a:uFillTx/>
                          <a:latin typeface="Times New Roman"/>
                        </a:rPr>
                        <a:t>AI-driven triage systems improve efficiency and accuracy in emergency departments, though challenges remain in implementation and ethical oversight.</a:t>
                      </a:r>
                      <a:endParaRPr lang="en-US" sz="1800" b="0" u="none" strike="noStrike">
                        <a:solidFill>
                          <a:srgbClr val="000000"/>
                        </a:solidFill>
                        <a:effectLst/>
                        <a:uFillTx/>
                        <a:latin typeface="Arial"/>
                      </a:endParaRPr>
                    </a:p>
                  </a:txBody>
                  <a:tcPr anchor="ctr" marL="24840" marR="24840" marT="12240" marB="122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dk2">
                        <a:lumMod val="40000"/>
                        <a:lumOff val="60000"/>
                      </a:schemeClr>
                    </a:solidFill>
                  </a:tcPr>
                </a:tc>
              </a:tr>
              <a:tr h="907560">
                <a:tc>
                  <a:txBody>
                    <a:bodyPr lIns="24840" tIns="12240" rIns="24840" bIns="12240" anchor="ctr">
                      <a:noAutofit/>
                    </a:bodyPr>
                    <a:p>
                      <a:pPr defTabSz="914400">
                        <a:lnSpc>
                          <a:spcPct val="100000"/>
                        </a:lnSpc>
                      </a:pPr>
                      <a:r>
                        <a:rPr lang="en-001" sz="1800" b="1" u="none" strike="noStrike">
                          <a:solidFill>
                            <a:schemeClr val="dk1"/>
                          </a:solidFill>
                          <a:effectLst/>
                          <a:uFillTx/>
                          <a:latin typeface="Times New Roman"/>
                        </a:rPr>
                        <a:t>2024</a:t>
                      </a:r>
                      <a:endParaRPr lang="en-US" sz="1800" b="0" u="none" strike="noStrike">
                        <a:solidFill>
                          <a:srgbClr val="000000"/>
                        </a:solidFill>
                        <a:effectLst/>
                        <a:uFillTx/>
                        <a:latin typeface="Arial"/>
                      </a:endParaRPr>
                    </a:p>
                  </a:txBody>
                  <a:tcPr anchor="ctr" marL="24840" marR="24840" marT="12240" marB="122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24840" tIns="12240" rIns="24840" bIns="12240" anchor="ctr">
                      <a:noAutofit/>
                    </a:bodyPr>
                    <a:p>
                      <a:pPr defTabSz="914400">
                        <a:lnSpc>
                          <a:spcPct val="100000"/>
                        </a:lnSpc>
                      </a:pPr>
                      <a:r>
                        <a:rPr lang="en-US" sz="1800" b="0" u="none" strike="noStrike">
                          <a:solidFill>
                            <a:schemeClr val="dk1"/>
                          </a:solidFill>
                          <a:effectLst/>
                          <a:uFillTx/>
                          <a:latin typeface="Times New Roman"/>
                        </a:rPr>
                        <a:t>Amir Tahernejad, Amir Sahebi, Ali S. S. Abadi, Mohammad Safari</a:t>
                      </a:r>
                      <a:endParaRPr lang="en-US" sz="1800" b="0" u="none" strike="noStrike">
                        <a:solidFill>
                          <a:srgbClr val="000000"/>
                        </a:solidFill>
                        <a:effectLst/>
                        <a:uFillTx/>
                        <a:latin typeface="Arial"/>
                      </a:endParaRPr>
                    </a:p>
                  </a:txBody>
                  <a:tcPr anchor="ctr" marL="24840" marR="24840" marT="12240" marB="122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24840" tIns="12240" rIns="24840" bIns="12240" anchor="ctr">
                      <a:noAutofit/>
                    </a:bodyPr>
                    <a:p>
                      <a:pPr defTabSz="914400">
                        <a:lnSpc>
                          <a:spcPct val="100000"/>
                        </a:lnSpc>
                      </a:pPr>
                      <a:r>
                        <a:rPr lang="en-US" sz="1800" b="0" u="none" strike="noStrike">
                          <a:solidFill>
                            <a:schemeClr val="dk1"/>
                          </a:solidFill>
                          <a:effectLst/>
                          <a:uFillTx/>
                          <a:latin typeface="Times New Roman"/>
                        </a:rPr>
                        <a:t>Systematic review highlighting AI’s applications in triage for disasters and emergencies; emphasizes data integration, accuracy, and ethical frameworks.</a:t>
                      </a:r>
                      <a:endParaRPr lang="en-US" sz="1800" b="0" u="none" strike="noStrike">
                        <a:solidFill>
                          <a:srgbClr val="000000"/>
                        </a:solidFill>
                        <a:effectLst/>
                        <a:uFillTx/>
                        <a:latin typeface="Arial"/>
                      </a:endParaRPr>
                    </a:p>
                  </a:txBody>
                  <a:tcPr anchor="ctr" marL="24840" marR="24840" marT="12240" marB="122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907560">
                <a:tc>
                  <a:txBody>
                    <a:bodyPr lIns="24840" tIns="12240" rIns="24840" bIns="12240" anchor="ctr">
                      <a:noAutofit/>
                    </a:bodyPr>
                    <a:p>
                      <a:pPr defTabSz="914400">
                        <a:lnSpc>
                          <a:spcPct val="100000"/>
                        </a:lnSpc>
                      </a:pPr>
                      <a:r>
                        <a:rPr lang="en-001" sz="1800" b="1" u="none" strike="noStrike">
                          <a:solidFill>
                            <a:schemeClr val="dk1"/>
                          </a:solidFill>
                          <a:effectLst/>
                          <a:uFillTx/>
                          <a:latin typeface="Times New Roman"/>
                        </a:rPr>
                        <a:t>2025</a:t>
                      </a:r>
                      <a:endParaRPr lang="en-US" sz="1800" b="0" u="none" strike="noStrike">
                        <a:solidFill>
                          <a:srgbClr val="000000"/>
                        </a:solidFill>
                        <a:effectLst/>
                        <a:uFillTx/>
                        <a:latin typeface="Arial"/>
                      </a:endParaRPr>
                    </a:p>
                  </a:txBody>
                  <a:tcPr anchor="ctr" marL="24840" marR="24840" marT="12240" marB="122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dk2">
                        <a:lumMod val="40000"/>
                        <a:lumOff val="60000"/>
                      </a:schemeClr>
                    </a:solidFill>
                  </a:tcPr>
                </a:tc>
                <a:tc>
                  <a:txBody>
                    <a:bodyPr lIns="24840" tIns="12240" rIns="24840" bIns="12240" anchor="ctr">
                      <a:noAutofit/>
                    </a:bodyPr>
                    <a:p>
                      <a:pPr defTabSz="914400">
                        <a:lnSpc>
                          <a:spcPct val="100000"/>
                        </a:lnSpc>
                      </a:pPr>
                      <a:r>
                        <a:rPr lang="en-US" sz="1800" b="0" u="none" strike="noStrike">
                          <a:solidFill>
                            <a:schemeClr val="dk1"/>
                          </a:solidFill>
                          <a:effectLst/>
                          <a:uFillTx/>
                          <a:latin typeface="Times New Roman"/>
                        </a:rPr>
                        <a:t>Alexandra Costoiu</a:t>
                      </a:r>
                      <a:endParaRPr lang="en-US" sz="1800" b="0" u="none" strike="noStrike">
                        <a:solidFill>
                          <a:srgbClr val="000000"/>
                        </a:solidFill>
                        <a:effectLst/>
                        <a:uFillTx/>
                        <a:latin typeface="Arial"/>
                      </a:endParaRPr>
                    </a:p>
                  </a:txBody>
                  <a:tcPr anchor="ctr" marL="24840" marR="24840" marT="12240" marB="122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dk2">
                        <a:lumMod val="40000"/>
                        <a:lumOff val="60000"/>
                      </a:schemeClr>
                    </a:solidFill>
                  </a:tcPr>
                </a:tc>
                <a:tc>
                  <a:txBody>
                    <a:bodyPr lIns="24840" tIns="12240" rIns="24840" bIns="12240" anchor="ctr">
                      <a:noAutofit/>
                    </a:bodyPr>
                    <a:p>
                      <a:pPr defTabSz="914400">
                        <a:lnSpc>
                          <a:spcPct val="100000"/>
                        </a:lnSpc>
                      </a:pPr>
                      <a:r>
                        <a:rPr lang="en-US" sz="1800" b="0" u="none" strike="noStrike">
                          <a:solidFill>
                            <a:schemeClr val="dk1"/>
                          </a:solidFill>
                          <a:effectLst/>
                          <a:uFillTx/>
                          <a:latin typeface="Times New Roman"/>
                        </a:rPr>
                        <a:t>Discusses AI literacy as a fundamental civic right and educational necessity for second-language learners in a globalized society.</a:t>
                      </a:r>
                      <a:endParaRPr lang="en-US" sz="1800" b="0" u="none" strike="noStrike">
                        <a:solidFill>
                          <a:srgbClr val="000000"/>
                        </a:solidFill>
                        <a:effectLst/>
                        <a:uFillTx/>
                        <a:latin typeface="Arial"/>
                      </a:endParaRPr>
                    </a:p>
                  </a:txBody>
                  <a:tcPr anchor="ctr" marL="24840" marR="24840" marT="12240" marB="122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dk2">
                        <a:lumMod val="40000"/>
                        <a:lumOff val="60000"/>
                      </a:schemeClr>
                    </a:solidFill>
                  </a:tcPr>
                </a:tc>
              </a:tr>
              <a:tr h="907560">
                <a:tc>
                  <a:txBody>
                    <a:bodyPr lIns="24840" tIns="12240" rIns="24840" bIns="12240" anchor="ctr">
                      <a:noAutofit/>
                    </a:bodyPr>
                    <a:p>
                      <a:pPr defTabSz="914400">
                        <a:lnSpc>
                          <a:spcPct val="100000"/>
                        </a:lnSpc>
                      </a:pPr>
                      <a:r>
                        <a:rPr lang="en-001" sz="1800" b="1" u="none" strike="noStrike">
                          <a:solidFill>
                            <a:schemeClr val="dk1"/>
                          </a:solidFill>
                          <a:effectLst/>
                          <a:uFillTx/>
                          <a:latin typeface="Times New Roman"/>
                        </a:rPr>
                        <a:t>2025</a:t>
                      </a:r>
                      <a:endParaRPr lang="en-US" sz="1800" b="0" u="none" strike="noStrike">
                        <a:solidFill>
                          <a:srgbClr val="000000"/>
                        </a:solidFill>
                        <a:effectLst/>
                        <a:uFillTx/>
                        <a:latin typeface="Arial"/>
                      </a:endParaRPr>
                    </a:p>
                  </a:txBody>
                  <a:tcPr anchor="ctr" marL="24840" marR="24840" marT="12240" marB="122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24840" tIns="12240" rIns="24840" bIns="12240" anchor="ctr">
                      <a:noAutofit/>
                    </a:bodyPr>
                    <a:p>
                      <a:pPr defTabSz="914400">
                        <a:lnSpc>
                          <a:spcPct val="100000"/>
                        </a:lnSpc>
                      </a:pPr>
                      <a:r>
                        <a:rPr lang="en-US" sz="1800" b="0" u="none" strike="noStrike">
                          <a:solidFill>
                            <a:schemeClr val="dk1"/>
                          </a:solidFill>
                          <a:effectLst/>
                          <a:uFillTx/>
                          <a:latin typeface="Times New Roman"/>
                        </a:rPr>
                        <a:t>Samuel G. Gabriel</a:t>
                      </a:r>
                      <a:endParaRPr lang="en-US" sz="1800" b="0" u="none" strike="noStrike">
                        <a:solidFill>
                          <a:srgbClr val="000000"/>
                        </a:solidFill>
                        <a:effectLst/>
                        <a:uFillTx/>
                        <a:latin typeface="Arial"/>
                      </a:endParaRPr>
                    </a:p>
                  </a:txBody>
                  <a:tcPr anchor="ctr" marL="24840" marR="24840" marT="12240" marB="122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lIns="24840" tIns="12240" rIns="24840" bIns="12240" anchor="ctr">
                      <a:noAutofit/>
                    </a:bodyPr>
                    <a:p>
                      <a:pPr defTabSz="914400">
                        <a:lnSpc>
                          <a:spcPct val="100000"/>
                        </a:lnSpc>
                      </a:pPr>
                      <a:r>
                        <a:rPr lang="en-US" sz="1800" b="0" u="none" strike="noStrike">
                          <a:solidFill>
                            <a:schemeClr val="dk1"/>
                          </a:solidFill>
                          <a:effectLst/>
                          <a:uFillTx/>
                          <a:latin typeface="Times New Roman"/>
                        </a:rPr>
                        <a:t>Explores AI-driven administrative systems and their role in reshaping citizen–government interactions, focusing on transparency and efficiency.</a:t>
                      </a:r>
                      <a:endParaRPr lang="en-US" sz="1800" b="0" u="none" strike="noStrike">
                        <a:solidFill>
                          <a:srgbClr val="000000"/>
                        </a:solidFill>
                        <a:effectLst/>
                        <a:uFillTx/>
                        <a:latin typeface="Arial"/>
                      </a:endParaRPr>
                    </a:p>
                  </a:txBody>
                  <a:tcPr anchor="ctr" marL="24840" marR="24840" marT="12240" marB="122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907560">
                <a:tc>
                  <a:txBody>
                    <a:bodyPr lIns="24840" tIns="12240" rIns="24840" bIns="12240" anchor="ctr">
                      <a:noAutofit/>
                    </a:bodyPr>
                    <a:p>
                      <a:pPr defTabSz="914400">
                        <a:lnSpc>
                          <a:spcPct val="100000"/>
                        </a:lnSpc>
                      </a:pPr>
                      <a:r>
                        <a:rPr lang="en-001" sz="1800" b="1" u="none" strike="noStrike">
                          <a:solidFill>
                            <a:schemeClr val="dk1"/>
                          </a:solidFill>
                          <a:effectLst/>
                          <a:uFillTx/>
                          <a:latin typeface="Times New Roman"/>
                        </a:rPr>
                        <a:t>2025</a:t>
                      </a:r>
                      <a:endParaRPr lang="en-US" sz="1800" b="0" u="none" strike="noStrike">
                        <a:solidFill>
                          <a:srgbClr val="000000"/>
                        </a:solidFill>
                        <a:effectLst/>
                        <a:uFillTx/>
                        <a:latin typeface="Arial"/>
                      </a:endParaRPr>
                    </a:p>
                  </a:txBody>
                  <a:tcPr anchor="ctr" marL="24840" marR="24840" marT="12240" marB="122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dk2">
                        <a:lumMod val="40000"/>
                        <a:lumOff val="60000"/>
                      </a:schemeClr>
                    </a:solidFill>
                  </a:tcPr>
                </a:tc>
                <a:tc>
                  <a:txBody>
                    <a:bodyPr lIns="24840" tIns="12240" rIns="24840" bIns="12240" anchor="ctr">
                      <a:noAutofit/>
                    </a:bodyPr>
                    <a:p>
                      <a:pPr defTabSz="914400">
                        <a:lnSpc>
                          <a:spcPct val="100000"/>
                        </a:lnSpc>
                      </a:pPr>
                      <a:r>
                        <a:rPr lang="en-US" sz="1800" b="0" u="none" strike="noStrike">
                          <a:solidFill>
                            <a:schemeClr val="dk1"/>
                          </a:solidFill>
                          <a:effectLst/>
                          <a:uFillTx/>
                          <a:latin typeface="Times New Roman"/>
                        </a:rPr>
                        <a:t>Alexandra Costoiu (</a:t>
                      </a:r>
                      <a:r>
                        <a:rPr lang="en-US" sz="1800" b="0" i="1" u="none" strike="noStrike">
                          <a:solidFill>
                            <a:schemeClr val="dk1"/>
                          </a:solidFill>
                          <a:effectLst/>
                          <a:uFillTx/>
                          <a:latin typeface="Times New Roman"/>
                        </a:rPr>
                        <a:t>Reading Matrix Journal</a:t>
                      </a:r>
                      <a:r>
                        <a:rPr lang="en-US" sz="1800" b="0" u="none" strike="noStrike">
                          <a:solidFill>
                            <a:schemeClr val="dk1"/>
                          </a:solidFill>
                          <a:effectLst/>
                          <a:uFillTx/>
                          <a:latin typeface="Times New Roman"/>
                        </a:rPr>
                        <a:t>)</a:t>
                      </a:r>
                      <a:endParaRPr lang="en-US" sz="1800" b="0" u="none" strike="noStrike">
                        <a:solidFill>
                          <a:srgbClr val="000000"/>
                        </a:solidFill>
                        <a:effectLst/>
                        <a:uFillTx/>
                        <a:latin typeface="Arial"/>
                      </a:endParaRPr>
                    </a:p>
                  </a:txBody>
                  <a:tcPr anchor="ctr" marL="24840" marR="24840" marT="12240" marB="122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dk2">
                        <a:lumMod val="40000"/>
                        <a:lumOff val="60000"/>
                      </a:schemeClr>
                    </a:solidFill>
                  </a:tcPr>
                </a:tc>
                <a:tc>
                  <a:txBody>
                    <a:bodyPr lIns="24840" tIns="12240" rIns="24840" bIns="12240" anchor="ctr">
                      <a:noAutofit/>
                    </a:bodyPr>
                    <a:p>
                      <a:pPr defTabSz="914400">
                        <a:lnSpc>
                          <a:spcPct val="100000"/>
                        </a:lnSpc>
                      </a:pPr>
                      <a:r>
                        <a:rPr lang="en-US" sz="1800" b="0" u="none" strike="noStrike">
                          <a:solidFill>
                            <a:schemeClr val="dk1"/>
                          </a:solidFill>
                          <a:effectLst/>
                          <a:uFillTx/>
                          <a:latin typeface="Times New Roman"/>
                        </a:rPr>
                        <a:t>Reiterates the civic importance of AI literacy; suggests educational policies to integrate AI awareness in language and civic education.</a:t>
                      </a:r>
                      <a:endParaRPr lang="en-US" sz="1800" b="0" u="none" strike="noStrike">
                        <a:solidFill>
                          <a:srgbClr val="000000"/>
                        </a:solidFill>
                        <a:effectLst/>
                        <a:uFillTx/>
                        <a:latin typeface="Arial"/>
                      </a:endParaRPr>
                    </a:p>
                  </a:txBody>
                  <a:tcPr anchor="ctr" marL="24840" marR="24840" marT="12240" marB="122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dk2">
                        <a:lumMod val="40000"/>
                        <a:lumOff val="60000"/>
                      </a:schemeClr>
                    </a:solidFill>
                  </a:tcPr>
                </a:tc>
              </a:tr>
            </a:tbl>
          </a:graphicData>
        </a:graphic>
      </p:graphicFrame>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 name="PlaceHolder 1"/>
          <p:cNvSpPr>
            <a:spLocks noGrp="1"/>
          </p:cNvSpPr>
          <p:nvPr>
            <p:ph type="title"/>
          </p:nvPr>
        </p:nvSpPr>
        <p:spPr>
          <a:xfrm>
            <a:off x="1349640" y="326520"/>
            <a:ext cx="10254240" cy="505440"/>
          </a:xfrm>
          <a:prstGeom prst="rect">
            <a:avLst/>
          </a:prstGeom>
          <a:noFill/>
          <a:ln w="0">
            <a:noFill/>
          </a:ln>
        </p:spPr>
        <p:txBody>
          <a:bodyPr lIns="0" tIns="12600" rIns="0" bIns="0" anchor="t">
            <a:spAutoFit/>
          </a:bodyPr>
          <a:p>
            <a:pPr marL="12600" indent="0" algn="ctr">
              <a:lnSpc>
                <a:spcPct val="100000"/>
              </a:lnSpc>
              <a:spcBef>
                <a:spcPts val="1899"/>
              </a:spcBef>
              <a:buNone/>
              <a:tabLst>
                <a:tab pos="592560" algn="l"/>
              </a:tabLst>
            </a:pPr>
            <a:r>
              <a:rPr lang="en-US" sz="3200" b="0" u="none" spc="-11" strike="noStrike">
                <a:solidFill>
                  <a:schemeClr val="lt1"/>
                </a:solidFill>
                <a:effectLst/>
                <a:uFillTx/>
                <a:latin typeface="Cambria"/>
                <a:ea typeface="Cambria"/>
              </a:rPr>
              <a:t>Literature</a:t>
            </a:r>
            <a:r>
              <a:rPr lang="en-US" sz="3200" b="0" u="none" spc="-119" strike="noStrike">
                <a:solidFill>
                  <a:schemeClr val="lt1"/>
                </a:solidFill>
                <a:effectLst/>
                <a:uFillTx/>
                <a:latin typeface="Cambria"/>
                <a:ea typeface="Cambria"/>
              </a:rPr>
              <a:t> </a:t>
            </a:r>
            <a:r>
              <a:rPr lang="en-US" sz="3200" b="0" u="none" spc="-11" strike="noStrike">
                <a:solidFill>
                  <a:schemeClr val="lt1"/>
                </a:solidFill>
                <a:effectLst/>
                <a:uFillTx/>
                <a:latin typeface="Cambria"/>
                <a:ea typeface="Cambria"/>
              </a:rPr>
              <a:t>survey</a:t>
            </a:r>
            <a:endParaRPr lang="en-US" sz="3200" b="0" u="none" strike="noStrike">
              <a:solidFill>
                <a:srgbClr val="000000"/>
              </a:solidFill>
              <a:effectLst/>
              <a:uFillTx/>
              <a:latin typeface="Calibri"/>
            </a:endParaRPr>
          </a:p>
        </p:txBody>
      </p:sp>
      <p:sp>
        <p:nvSpPr>
          <p:cNvPr id="70" name="PlaceHolder 2"/>
          <p:cNvSpPr>
            <a:spLocks noGrp="1"/>
          </p:cNvSpPr>
          <p:nvPr>
            <p:ph type="dt" idx="31"/>
          </p:nvPr>
        </p:nvSpPr>
        <p:spPr>
          <a:xfrm>
            <a:off x="179640" y="6441120"/>
            <a:ext cx="1124280" cy="436320"/>
          </a:xfrm>
          <a:prstGeom prst="rect">
            <a:avLst/>
          </a:prstGeom>
          <a:noFill/>
          <a:ln w="0">
            <a:noFill/>
          </a:ln>
        </p:spPr>
        <p:txBody>
          <a:bodyPr lIns="0" tIns="0" rIns="0" bIns="0" anchor="t">
            <a:spAutoFit/>
          </a:bodyPr>
          <a:lstStyle>
            <a:lvl1pPr marL="12600" indent="0" algn="l">
              <a:lnSpc>
                <a:spcPts val="1664"/>
              </a:lnSpc>
              <a:buNone/>
              <a:defRPr lang="en-US" sz="1600" b="1" u="none" spc="-20" strike="noStrike">
                <a:solidFill>
                  <a:srgbClr val="888888"/>
                </a:solidFill>
                <a:effectLst/>
                <a:uFillTx/>
                <a:latin typeface="Cambria"/>
              </a:defRPr>
            </a:lvl1pPr>
          </a:lstStyle>
          <a:p>
            <a:pPr marL="12600" indent="0" algn="l">
              <a:lnSpc>
                <a:spcPts val="1664"/>
              </a:lnSpc>
              <a:buNone/>
            </a:pPr>
            <a:fld id="{E0F9CDC4-C93D-45E7-9110-DDA76BC2EEBF}" type="datetime1">
              <a:rPr lang="en-US" sz="1600" b="1" u="none" spc="-20" strike="noStrike">
                <a:solidFill>
                  <a:srgbClr val="888888"/>
                </a:solidFill>
                <a:effectLst/>
                <a:uFillTx/>
                <a:latin typeface="Cambria"/>
              </a:rPr>
              <a:t>04/27/2026</a:t>
            </a:fld>
            <a:endParaRPr lang="en-US" sz="1600" b="0" u="none" strike="noStrike">
              <a:solidFill>
                <a:srgbClr val="000000"/>
              </a:solidFill>
              <a:effectLst/>
              <a:uFillTx/>
              <a:latin typeface="Times New Roman"/>
            </a:endParaRPr>
          </a:p>
        </p:txBody>
      </p:sp>
      <p:sp>
        <p:nvSpPr>
          <p:cNvPr id="71" name="PlaceHolder 3"/>
          <p:cNvSpPr>
            <a:spLocks noGrp="1"/>
          </p:cNvSpPr>
          <p:nvPr>
            <p:ph type="ftr" idx="32"/>
          </p:nvPr>
        </p:nvSpPr>
        <p:spPr>
          <a:xfrm>
            <a:off x="4074120" y="6441120"/>
            <a:ext cx="4679640" cy="244080"/>
          </a:xfrm>
          <a:prstGeom prst="rect">
            <a:avLst/>
          </a:prstGeom>
          <a:noFill/>
          <a:ln w="0">
            <a:noFill/>
          </a:ln>
        </p:spPr>
        <p:txBody>
          <a:bodyPr lIns="0" tIns="0" rIns="0" bIns="0" anchor="t">
            <a:spAutoFit/>
          </a:bodyPr>
          <a:lstStyle>
            <a:lvl1pPr marL="12600" indent="0" algn="l">
              <a:lnSpc>
                <a:spcPts val="1664"/>
              </a:lnSpc>
              <a:buNone/>
              <a:defRPr lang="en-US" sz="1600" b="1" u="none" spc="-11" strike="noStrike">
                <a:solidFill>
                  <a:srgbClr val="888888"/>
                </a:solidFill>
                <a:effectLst/>
                <a:uFillTx/>
                <a:latin typeface="Cambria"/>
              </a:defRPr>
            </a:lvl1pPr>
          </a:lstStyle>
          <a:p>
            <a:pPr marL="12600" indent="0" algn="l">
              <a:lnSpc>
                <a:spcPts val="1664"/>
              </a:lnSpc>
              <a:buNone/>
            </a:pPr>
            <a:r>
              <a:rPr lang="en-US" sz="1600" b="1" u="none" spc="-11" strike="noStrike">
                <a:solidFill>
                  <a:srgbClr val="888888"/>
                </a:solidFill>
                <a:effectLst/>
                <a:uFillTx/>
                <a:latin typeface="Cambria"/>
              </a:rPr>
              <a:t>Department</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of</a:t>
            </a:r>
            <a:r>
              <a:rPr lang="en-US" sz="1600" b="1" u="none" spc="-31" strike="noStrike">
                <a:solidFill>
                  <a:srgbClr val="888888"/>
                </a:solidFill>
                <a:effectLst/>
                <a:uFillTx/>
                <a:latin typeface="Cambria"/>
              </a:rPr>
              <a:t> </a:t>
            </a:r>
            <a:r>
              <a:rPr lang="en-US" sz="1600" b="1" u="none" spc="-11" strike="noStrike">
                <a:solidFill>
                  <a:srgbClr val="888888"/>
                </a:solidFill>
                <a:effectLst/>
                <a:uFillTx/>
                <a:latin typeface="Cambria"/>
              </a:rPr>
              <a:t>Information</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Science</a:t>
            </a:r>
            <a:r>
              <a:rPr lang="en-US" sz="1600" b="1" u="none" spc="-31" strike="noStrike">
                <a:solidFill>
                  <a:srgbClr val="888888"/>
                </a:solidFill>
                <a:effectLst/>
                <a:uFillTx/>
                <a:latin typeface="Cambria"/>
              </a:rPr>
              <a:t> </a:t>
            </a:r>
            <a:r>
              <a:rPr lang="en-US" sz="1600" b="1" u="none" strike="noStrike">
                <a:solidFill>
                  <a:srgbClr val="888888"/>
                </a:solidFill>
                <a:effectLst/>
                <a:uFillTx/>
                <a:latin typeface="Cambria"/>
              </a:rPr>
              <a:t>&amp;</a:t>
            </a:r>
            <a:r>
              <a:rPr lang="en-US" sz="1600" b="1" u="none" spc="-34" strike="noStrike">
                <a:solidFill>
                  <a:srgbClr val="888888"/>
                </a:solidFill>
                <a:effectLst/>
                <a:uFillTx/>
                <a:latin typeface="Cambria"/>
              </a:rPr>
              <a:t> </a:t>
            </a:r>
            <a:r>
              <a:rPr lang="en-US" sz="1600" b="1" u="none" spc="-11" strike="noStrike">
                <a:solidFill>
                  <a:srgbClr val="888888"/>
                </a:solidFill>
                <a:effectLst/>
                <a:uFillTx/>
                <a:latin typeface="Cambria"/>
              </a:rPr>
              <a:t>Engineering</a:t>
            </a:r>
            <a:endParaRPr lang="en-US" sz="1600" b="0" u="none" strike="noStrike">
              <a:solidFill>
                <a:srgbClr val="000000"/>
              </a:solidFill>
              <a:effectLst/>
              <a:uFillTx/>
              <a:latin typeface="Times New Roman"/>
            </a:endParaRPr>
          </a:p>
        </p:txBody>
      </p:sp>
      <p:sp>
        <p:nvSpPr>
          <p:cNvPr id="72" name="PlaceHolder 4"/>
          <p:cNvSpPr>
            <a:spLocks noGrp="1"/>
          </p:cNvSpPr>
          <p:nvPr>
            <p:ph type="sldNum" idx="33"/>
          </p:nvPr>
        </p:nvSpPr>
        <p:spPr>
          <a:xfrm>
            <a:off x="11841120" y="6441120"/>
            <a:ext cx="209160" cy="244080"/>
          </a:xfrm>
          <a:prstGeom prst="rect">
            <a:avLst/>
          </a:prstGeom>
          <a:noFill/>
          <a:ln w="0">
            <a:noFill/>
          </a:ln>
        </p:spPr>
        <p:txBody>
          <a:bodyPr lIns="0" tIns="0" rIns="0" bIns="0" anchor="t">
            <a:spAutoFit/>
          </a:bodyPr>
          <a:lstStyle>
            <a:lvl1pPr marL="38160" indent="0" algn="l">
              <a:lnSpc>
                <a:spcPts val="1664"/>
              </a:lnSpc>
              <a:buNone/>
              <a:defRPr lang="en-US" sz="1600" b="1" u="none" spc="-51" strike="noStrike">
                <a:solidFill>
                  <a:srgbClr val="888888"/>
                </a:solidFill>
                <a:effectLst/>
                <a:uFillTx/>
                <a:latin typeface="Cambria"/>
              </a:defRPr>
            </a:lvl1pPr>
          </a:lstStyle>
          <a:p>
            <a:pPr marL="38160" indent="0" algn="l">
              <a:lnSpc>
                <a:spcPts val="1664"/>
              </a:lnSpc>
              <a:buNone/>
            </a:pPr>
            <a:fld id="{E00DE3CD-71DB-49D8-A507-730D93CAEA1F}" type="slidenum">
              <a:rPr lang="en-US" sz="1600" b="1" u="none" spc="-51" strike="noStrike">
                <a:solidFill>
                  <a:srgbClr val="888888"/>
                </a:solidFill>
                <a:effectLst/>
                <a:uFillTx/>
                <a:latin typeface="Cambria"/>
              </a:rPr>
              <a:t>6</a:t>
            </a:fld>
            <a:endParaRPr lang="en-US" sz="1600" b="0" u="none" strike="noStrike">
              <a:solidFill>
                <a:srgbClr val="000000"/>
              </a:solidFill>
              <a:effectLst/>
              <a:uFillTx/>
              <a:latin typeface="Times New Roman"/>
            </a:endParaRPr>
          </a:p>
        </p:txBody>
      </p:sp>
      <p:pic>
        <p:nvPicPr>
          <p:cNvPr id="73" name="Picture 7"/>
          <p:cNvPicPr/>
          <p:nvPr/>
        </p:nvPicPr>
        <p:blipFill>
          <a:blip r:embed="rId1"/>
          <a:stretch/>
        </p:blipFill>
        <p:spPr>
          <a:xfrm>
            <a:off x="917280" y="1447920"/>
            <a:ext cx="10686960" cy="4681800"/>
          </a:xfrm>
          <a:prstGeom prst="rect">
            <a:avLst/>
          </a:prstGeom>
          <a:noFill/>
          <a:ln w="0">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 name="PlaceHolder 1"/>
          <p:cNvSpPr>
            <a:spLocks noGrp="1"/>
          </p:cNvSpPr>
          <p:nvPr>
            <p:ph type="title"/>
          </p:nvPr>
        </p:nvSpPr>
        <p:spPr>
          <a:xfrm>
            <a:off x="1349640" y="326520"/>
            <a:ext cx="10254240" cy="505440"/>
          </a:xfrm>
          <a:prstGeom prst="rect">
            <a:avLst/>
          </a:prstGeom>
          <a:noFill/>
          <a:ln w="0">
            <a:noFill/>
          </a:ln>
        </p:spPr>
        <p:txBody>
          <a:bodyPr lIns="0" tIns="12600" rIns="0" bIns="0" anchor="t">
            <a:spAutoFit/>
          </a:bodyPr>
          <a:p>
            <a:pPr marL="12600" indent="0" algn="ctr">
              <a:lnSpc>
                <a:spcPct val="100000"/>
              </a:lnSpc>
              <a:spcBef>
                <a:spcPts val="1899"/>
              </a:spcBef>
              <a:buNone/>
              <a:tabLst>
                <a:tab pos="592560" algn="l"/>
              </a:tabLst>
            </a:pPr>
            <a:r>
              <a:rPr lang="en-IN" sz="3200" b="0" u="none" spc="-11" strike="noStrike">
                <a:solidFill>
                  <a:schemeClr val="lt1"/>
                </a:solidFill>
                <a:effectLst/>
                <a:uFillTx/>
                <a:latin typeface="Cambria"/>
                <a:ea typeface="Cambria"/>
              </a:rPr>
              <a:t>Problem</a:t>
            </a:r>
            <a:r>
              <a:rPr lang="en-IN" sz="3200" b="0" u="none" spc="-113" strike="noStrike">
                <a:solidFill>
                  <a:schemeClr val="lt1"/>
                </a:solidFill>
                <a:effectLst/>
                <a:uFillTx/>
                <a:latin typeface="Cambria"/>
                <a:ea typeface="Cambria"/>
              </a:rPr>
              <a:t> </a:t>
            </a:r>
            <a:r>
              <a:rPr lang="en-IN" sz="3200" b="0" u="none" spc="-11" strike="noStrike">
                <a:solidFill>
                  <a:schemeClr val="lt1"/>
                </a:solidFill>
                <a:effectLst/>
                <a:uFillTx/>
                <a:latin typeface="Cambria"/>
                <a:ea typeface="Cambria"/>
              </a:rPr>
              <a:t>analysis and design</a:t>
            </a:r>
            <a:endParaRPr lang="en-US" sz="3200" b="0" u="none" strike="noStrike">
              <a:solidFill>
                <a:srgbClr val="000000"/>
              </a:solidFill>
              <a:effectLst/>
              <a:uFillTx/>
              <a:latin typeface="Calibri"/>
            </a:endParaRPr>
          </a:p>
        </p:txBody>
      </p:sp>
      <p:sp>
        <p:nvSpPr>
          <p:cNvPr id="75" name="PlaceHolder 2"/>
          <p:cNvSpPr>
            <a:spLocks noGrp="1"/>
          </p:cNvSpPr>
          <p:nvPr>
            <p:ph type="dt" idx="34"/>
          </p:nvPr>
        </p:nvSpPr>
        <p:spPr>
          <a:xfrm>
            <a:off x="179640" y="6441120"/>
            <a:ext cx="1124280" cy="436320"/>
          </a:xfrm>
          <a:prstGeom prst="rect">
            <a:avLst/>
          </a:prstGeom>
          <a:noFill/>
          <a:ln w="0">
            <a:noFill/>
          </a:ln>
        </p:spPr>
        <p:txBody>
          <a:bodyPr lIns="0" tIns="0" rIns="0" bIns="0" anchor="t">
            <a:spAutoFit/>
          </a:bodyPr>
          <a:lstStyle>
            <a:lvl1pPr marL="12600" indent="0" algn="l">
              <a:lnSpc>
                <a:spcPts val="1664"/>
              </a:lnSpc>
              <a:buNone/>
              <a:defRPr lang="en-US" sz="1600" b="1" u="none" spc="-20" strike="noStrike">
                <a:solidFill>
                  <a:srgbClr val="888888"/>
                </a:solidFill>
                <a:effectLst/>
                <a:uFillTx/>
                <a:latin typeface="Cambria"/>
              </a:defRPr>
            </a:lvl1pPr>
          </a:lstStyle>
          <a:p>
            <a:pPr marL="12600" indent="0" algn="l">
              <a:lnSpc>
                <a:spcPts val="1664"/>
              </a:lnSpc>
              <a:buNone/>
            </a:pPr>
            <a:fld id="{BABD07DE-3FA9-4739-9E51-A3201A35AB1F}" type="datetime1">
              <a:rPr lang="en-US" sz="1600" b="1" u="none" spc="-20" strike="noStrike">
                <a:solidFill>
                  <a:srgbClr val="888888"/>
                </a:solidFill>
                <a:effectLst/>
                <a:uFillTx/>
                <a:latin typeface="Cambria"/>
              </a:rPr>
              <a:t>04/27/2026</a:t>
            </a:fld>
            <a:endParaRPr lang="en-US" sz="1600" b="0" u="none" strike="noStrike">
              <a:solidFill>
                <a:srgbClr val="000000"/>
              </a:solidFill>
              <a:effectLst/>
              <a:uFillTx/>
              <a:latin typeface="Times New Roman"/>
            </a:endParaRPr>
          </a:p>
        </p:txBody>
      </p:sp>
      <p:sp>
        <p:nvSpPr>
          <p:cNvPr id="76" name="PlaceHolder 3"/>
          <p:cNvSpPr>
            <a:spLocks noGrp="1"/>
          </p:cNvSpPr>
          <p:nvPr>
            <p:ph type="ftr" idx="35"/>
          </p:nvPr>
        </p:nvSpPr>
        <p:spPr>
          <a:xfrm>
            <a:off x="4074120" y="6441120"/>
            <a:ext cx="4679640" cy="244080"/>
          </a:xfrm>
          <a:prstGeom prst="rect">
            <a:avLst/>
          </a:prstGeom>
          <a:noFill/>
          <a:ln w="0">
            <a:noFill/>
          </a:ln>
        </p:spPr>
        <p:txBody>
          <a:bodyPr lIns="0" tIns="0" rIns="0" bIns="0" anchor="t">
            <a:spAutoFit/>
          </a:bodyPr>
          <a:lstStyle>
            <a:lvl1pPr marL="12600" indent="0" algn="l">
              <a:lnSpc>
                <a:spcPts val="1664"/>
              </a:lnSpc>
              <a:buNone/>
              <a:defRPr lang="en-US" sz="1600" b="1" u="none" spc="-11" strike="noStrike">
                <a:solidFill>
                  <a:srgbClr val="888888"/>
                </a:solidFill>
                <a:effectLst/>
                <a:uFillTx/>
                <a:latin typeface="Cambria"/>
              </a:defRPr>
            </a:lvl1pPr>
          </a:lstStyle>
          <a:p>
            <a:pPr marL="12600" indent="0" algn="l">
              <a:lnSpc>
                <a:spcPts val="1664"/>
              </a:lnSpc>
              <a:buNone/>
            </a:pPr>
            <a:r>
              <a:rPr lang="en-US" sz="1600" b="1" u="none" spc="-11" strike="noStrike">
                <a:solidFill>
                  <a:srgbClr val="888888"/>
                </a:solidFill>
                <a:effectLst/>
                <a:uFillTx/>
                <a:latin typeface="Cambria"/>
              </a:rPr>
              <a:t>Department</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of</a:t>
            </a:r>
            <a:r>
              <a:rPr lang="en-US" sz="1600" b="1" u="none" spc="-31" strike="noStrike">
                <a:solidFill>
                  <a:srgbClr val="888888"/>
                </a:solidFill>
                <a:effectLst/>
                <a:uFillTx/>
                <a:latin typeface="Cambria"/>
              </a:rPr>
              <a:t> </a:t>
            </a:r>
            <a:r>
              <a:rPr lang="en-US" sz="1600" b="1" u="none" spc="-11" strike="noStrike">
                <a:solidFill>
                  <a:srgbClr val="888888"/>
                </a:solidFill>
                <a:effectLst/>
                <a:uFillTx/>
                <a:latin typeface="Cambria"/>
              </a:rPr>
              <a:t>Information</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Science</a:t>
            </a:r>
            <a:r>
              <a:rPr lang="en-US" sz="1600" b="1" u="none" spc="-31" strike="noStrike">
                <a:solidFill>
                  <a:srgbClr val="888888"/>
                </a:solidFill>
                <a:effectLst/>
                <a:uFillTx/>
                <a:latin typeface="Cambria"/>
              </a:rPr>
              <a:t> </a:t>
            </a:r>
            <a:r>
              <a:rPr lang="en-US" sz="1600" b="1" u="none" strike="noStrike">
                <a:solidFill>
                  <a:srgbClr val="888888"/>
                </a:solidFill>
                <a:effectLst/>
                <a:uFillTx/>
                <a:latin typeface="Cambria"/>
              </a:rPr>
              <a:t>&amp;</a:t>
            </a:r>
            <a:r>
              <a:rPr lang="en-US" sz="1600" b="1" u="none" spc="-34" strike="noStrike">
                <a:solidFill>
                  <a:srgbClr val="888888"/>
                </a:solidFill>
                <a:effectLst/>
                <a:uFillTx/>
                <a:latin typeface="Cambria"/>
              </a:rPr>
              <a:t> </a:t>
            </a:r>
            <a:r>
              <a:rPr lang="en-US" sz="1600" b="1" u="none" spc="-11" strike="noStrike">
                <a:solidFill>
                  <a:srgbClr val="888888"/>
                </a:solidFill>
                <a:effectLst/>
                <a:uFillTx/>
                <a:latin typeface="Cambria"/>
              </a:rPr>
              <a:t>Engineering</a:t>
            </a:r>
            <a:endParaRPr lang="en-US" sz="1600" b="0" u="none" strike="noStrike">
              <a:solidFill>
                <a:srgbClr val="000000"/>
              </a:solidFill>
              <a:effectLst/>
              <a:uFillTx/>
              <a:latin typeface="Times New Roman"/>
            </a:endParaRPr>
          </a:p>
        </p:txBody>
      </p:sp>
      <p:sp>
        <p:nvSpPr>
          <p:cNvPr id="77" name="PlaceHolder 4"/>
          <p:cNvSpPr>
            <a:spLocks noGrp="1"/>
          </p:cNvSpPr>
          <p:nvPr>
            <p:ph type="sldNum" idx="36"/>
          </p:nvPr>
        </p:nvSpPr>
        <p:spPr>
          <a:xfrm>
            <a:off x="11841120" y="6441120"/>
            <a:ext cx="209160" cy="244080"/>
          </a:xfrm>
          <a:prstGeom prst="rect">
            <a:avLst/>
          </a:prstGeom>
          <a:noFill/>
          <a:ln w="0">
            <a:noFill/>
          </a:ln>
        </p:spPr>
        <p:txBody>
          <a:bodyPr lIns="0" tIns="0" rIns="0" bIns="0" anchor="t">
            <a:spAutoFit/>
          </a:bodyPr>
          <a:lstStyle>
            <a:lvl1pPr marL="38160" indent="0" algn="l">
              <a:lnSpc>
                <a:spcPts val="1664"/>
              </a:lnSpc>
              <a:buNone/>
              <a:defRPr lang="en-US" sz="1600" b="1" u="none" spc="-51" strike="noStrike">
                <a:solidFill>
                  <a:srgbClr val="888888"/>
                </a:solidFill>
                <a:effectLst/>
                <a:uFillTx/>
                <a:latin typeface="Cambria"/>
              </a:defRPr>
            </a:lvl1pPr>
          </a:lstStyle>
          <a:p>
            <a:pPr marL="38160" indent="0" algn="l">
              <a:lnSpc>
                <a:spcPts val="1664"/>
              </a:lnSpc>
              <a:buNone/>
            </a:pPr>
            <a:fld id="{4F217A8B-4AD0-4ED3-82F7-2D097521E7E9}" type="slidenum">
              <a:rPr lang="en-US" sz="1600" b="1" u="none" spc="-51" strike="noStrike">
                <a:solidFill>
                  <a:srgbClr val="888888"/>
                </a:solidFill>
                <a:effectLst/>
                <a:uFillTx/>
                <a:latin typeface="Cambria"/>
              </a:rPr>
              <a:t>6</a:t>
            </a:fld>
            <a:endParaRPr lang="en-US" sz="1600" b="0" u="none" strike="noStrike">
              <a:solidFill>
                <a:srgbClr val="000000"/>
              </a:solidFill>
              <a:effectLst/>
              <a:uFillTx/>
              <a:latin typeface="Times New Roman"/>
            </a:endParaRPr>
          </a:p>
        </p:txBody>
      </p:sp>
      <p:sp>
        <p:nvSpPr>
          <p:cNvPr id="78" name="PlaceHolder 5"/>
          <p:cNvSpPr>
            <a:spLocks noGrp="1"/>
          </p:cNvSpPr>
          <p:nvPr>
            <p:ph/>
          </p:nvPr>
        </p:nvSpPr>
        <p:spPr>
          <a:xfrm>
            <a:off x="907920" y="2007720"/>
            <a:ext cx="10375560" cy="3167280"/>
          </a:xfrm>
          <a:prstGeom prst="rect">
            <a:avLst/>
          </a:prstGeom>
          <a:noFill/>
          <a:ln w="0">
            <a:noFill/>
          </a:ln>
        </p:spPr>
        <p:txBody>
          <a:bodyPr lIns="0" tIns="241200" rIns="0" bIns="0" anchor="t">
            <a:spAutoFit/>
          </a:bodyPr>
          <a:p>
            <a:pPr marL="343080" indent="-343080" algn="l" defTabSz="914400">
              <a:lnSpc>
                <a:spcPct val="100000"/>
              </a:lnSpc>
              <a:buClr>
                <a:srgbClr val="000000"/>
              </a:buClr>
              <a:buFont typeface="Arial"/>
              <a:buChar char="•"/>
            </a:pPr>
            <a:r>
              <a:rPr lang="en-US" sz="2000" b="0" u="none" strike="noStrike">
                <a:solidFill>
                  <a:schemeClr val="dk1"/>
                </a:solidFill>
                <a:effectLst/>
                <a:uFillTx/>
                <a:latin typeface="Times New Roman"/>
                <a:ea typeface="Times New Roman"/>
              </a:rPr>
              <a:t>Governments receive thousands of complaints monthly (roads, water, waste, noise).</a:t>
            </a:r>
            <a:endParaRPr lang="en-US" sz="2000" b="0" u="none" strike="noStrike">
              <a:solidFill>
                <a:srgbClr val="000000"/>
              </a:solidFill>
              <a:effectLst/>
              <a:uFillTx/>
              <a:latin typeface="Calibri"/>
            </a:endParaRPr>
          </a:p>
          <a:p>
            <a:pPr marL="343080" indent="-190440" algn="l" defTabSz="914400">
              <a:lnSpc>
                <a:spcPct val="100000"/>
              </a:lnSpc>
              <a:buNone/>
              <a:tabLst>
                <a:tab pos="0" algn="l"/>
              </a:tabLst>
            </a:pPr>
            <a:endParaRPr lang="en-US" sz="2000" b="0" u="none" strike="noStrike">
              <a:solidFill>
                <a:srgbClr val="000000"/>
              </a:solidFill>
              <a:effectLst/>
              <a:uFillTx/>
              <a:latin typeface="Calibri"/>
            </a:endParaRPr>
          </a:p>
          <a:p>
            <a:pPr marL="343080" indent="-343080" algn="l" defTabSz="914400">
              <a:lnSpc>
                <a:spcPct val="100000"/>
              </a:lnSpc>
              <a:buClr>
                <a:srgbClr val="000000"/>
              </a:buClr>
              <a:buFont typeface="Arial"/>
              <a:buChar char="•"/>
              <a:tabLst>
                <a:tab pos="0" algn="l"/>
              </a:tabLst>
            </a:pPr>
            <a:r>
              <a:rPr lang="en-US" sz="2000" b="0" u="none" strike="noStrike">
                <a:solidFill>
                  <a:schemeClr val="dk1"/>
                </a:solidFill>
                <a:effectLst/>
                <a:uFillTx/>
                <a:latin typeface="Times New Roman"/>
                <a:ea typeface="Times New Roman"/>
              </a:rPr>
              <a:t>Inputs come from text, audio, images → unstructured &amp; multilingual.</a:t>
            </a:r>
            <a:endParaRPr lang="en-US" sz="2000" b="0" u="none" strike="noStrike">
              <a:solidFill>
                <a:srgbClr val="000000"/>
              </a:solidFill>
              <a:effectLst/>
              <a:uFillTx/>
              <a:latin typeface="Calibri"/>
            </a:endParaRPr>
          </a:p>
          <a:p>
            <a:pPr marL="343080" indent="-190440" algn="l" defTabSz="914400">
              <a:lnSpc>
                <a:spcPct val="100000"/>
              </a:lnSpc>
              <a:buNone/>
              <a:tabLst>
                <a:tab pos="0" algn="l"/>
              </a:tabLst>
            </a:pPr>
            <a:endParaRPr lang="en-US" sz="2000" b="0" u="none" strike="noStrike">
              <a:solidFill>
                <a:srgbClr val="000000"/>
              </a:solidFill>
              <a:effectLst/>
              <a:uFillTx/>
              <a:latin typeface="Calibri"/>
            </a:endParaRPr>
          </a:p>
          <a:p>
            <a:pPr marL="343080" indent="-343080" algn="l" defTabSz="914400">
              <a:lnSpc>
                <a:spcPct val="100000"/>
              </a:lnSpc>
              <a:buClr>
                <a:srgbClr val="000000"/>
              </a:buClr>
              <a:buFont typeface="Arial"/>
              <a:buChar char="•"/>
              <a:tabLst>
                <a:tab pos="0" algn="l"/>
              </a:tabLst>
            </a:pPr>
            <a:r>
              <a:rPr lang="en-US" sz="2000" b="0" u="none" strike="noStrike">
                <a:solidFill>
                  <a:schemeClr val="dk1"/>
                </a:solidFill>
                <a:effectLst/>
                <a:uFillTx/>
                <a:latin typeface="Times New Roman"/>
                <a:ea typeface="Times New Roman"/>
              </a:rPr>
              <a:t>Manual triage causes 2–3 days delays &amp; 30 % mis-routing.</a:t>
            </a:r>
            <a:endParaRPr lang="en-US" sz="2000" b="0" u="none" strike="noStrike">
              <a:solidFill>
                <a:srgbClr val="000000"/>
              </a:solidFill>
              <a:effectLst/>
              <a:uFillTx/>
              <a:latin typeface="Calibri"/>
            </a:endParaRPr>
          </a:p>
          <a:p>
            <a:pPr marL="343080" indent="-190440" algn="l" defTabSz="914400">
              <a:lnSpc>
                <a:spcPct val="100000"/>
              </a:lnSpc>
              <a:buNone/>
              <a:tabLst>
                <a:tab pos="0" algn="l"/>
              </a:tabLst>
            </a:pPr>
            <a:endParaRPr lang="en-US" sz="2000" b="0" u="none" strike="noStrike">
              <a:solidFill>
                <a:srgbClr val="000000"/>
              </a:solidFill>
              <a:effectLst/>
              <a:uFillTx/>
              <a:latin typeface="Calibri"/>
            </a:endParaRPr>
          </a:p>
          <a:p>
            <a:pPr marL="343080" indent="-343080" algn="l" defTabSz="914400">
              <a:lnSpc>
                <a:spcPct val="100000"/>
              </a:lnSpc>
              <a:buClr>
                <a:srgbClr val="000000"/>
              </a:buClr>
              <a:buFont typeface="Arial"/>
              <a:buChar char="•"/>
              <a:tabLst>
                <a:tab pos="0" algn="l"/>
              </a:tabLst>
            </a:pPr>
            <a:r>
              <a:rPr lang="en-US" sz="2000" b="0" u="none" strike="noStrike">
                <a:solidFill>
                  <a:schemeClr val="dk1"/>
                </a:solidFill>
                <a:effectLst/>
                <a:uFillTx/>
                <a:latin typeface="Times New Roman"/>
                <a:ea typeface="Times New Roman"/>
              </a:rPr>
              <a:t>There is a need for an automated, accurate, and scalable system to classify &amp; route issues in real time</a:t>
            </a:r>
            <a:r>
              <a:rPr lang="en-US" sz="1600" b="0" u="none" strike="noStrike">
                <a:solidFill>
                  <a:schemeClr val="dk1"/>
                </a:solidFill>
                <a:effectLst/>
                <a:uFillTx/>
                <a:latin typeface="Arial"/>
                <a:ea typeface="Arial"/>
              </a:rPr>
              <a:t>.</a:t>
            </a:r>
            <a:endParaRPr lang="en-US" sz="1600" b="0" u="none" strike="noStrike">
              <a:solidFill>
                <a:srgbClr val="000000"/>
              </a:solidFill>
              <a:effectLst/>
              <a:uFillTx/>
              <a:latin typeface="Calibri"/>
            </a:endParaRPr>
          </a:p>
          <a:p>
            <a:pPr indent="0" algn="l" defTabSz="914400">
              <a:lnSpc>
                <a:spcPct val="100000"/>
              </a:lnSpc>
              <a:spcBef>
                <a:spcPts val="1899"/>
              </a:spcBef>
              <a:buNone/>
              <a:tabLst>
                <a:tab pos="592560" algn="l"/>
              </a:tabLst>
            </a:pPr>
            <a:endParaRPr lang="en-US" sz="2000" b="0" u="none" strike="noStrike">
              <a:solidFill>
                <a:srgbClr val="000000"/>
              </a:solidFill>
              <a:effectLst/>
              <a:uFillTx/>
              <a:latin typeface="Calibri"/>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 name="PlaceHolder 1"/>
          <p:cNvSpPr>
            <a:spLocks noGrp="1"/>
          </p:cNvSpPr>
          <p:nvPr>
            <p:ph type="title"/>
          </p:nvPr>
        </p:nvSpPr>
        <p:spPr>
          <a:xfrm>
            <a:off x="1349640" y="326520"/>
            <a:ext cx="10254240" cy="505440"/>
          </a:xfrm>
          <a:prstGeom prst="rect">
            <a:avLst/>
          </a:prstGeom>
          <a:noFill/>
          <a:ln w="0">
            <a:noFill/>
          </a:ln>
        </p:spPr>
        <p:txBody>
          <a:bodyPr lIns="0" tIns="12600" rIns="0" bIns="0" anchor="t">
            <a:spAutoFit/>
          </a:bodyPr>
          <a:p>
            <a:pPr marL="12600" indent="0" algn="ctr">
              <a:lnSpc>
                <a:spcPct val="100000"/>
              </a:lnSpc>
              <a:spcBef>
                <a:spcPts val="1899"/>
              </a:spcBef>
              <a:buNone/>
              <a:tabLst>
                <a:tab pos="592560" algn="l"/>
              </a:tabLst>
            </a:pPr>
            <a:r>
              <a:rPr lang="en-IN" sz="3200" b="0" u="none" spc="-11" strike="noStrike">
                <a:solidFill>
                  <a:schemeClr val="lt1"/>
                </a:solidFill>
                <a:effectLst/>
                <a:uFillTx/>
                <a:latin typeface="Cambria"/>
                <a:ea typeface="Cambria"/>
              </a:rPr>
              <a:t>Problem</a:t>
            </a:r>
            <a:r>
              <a:rPr lang="en-IN" sz="3200" b="0" u="none" spc="-113" strike="noStrike">
                <a:solidFill>
                  <a:schemeClr val="lt1"/>
                </a:solidFill>
                <a:effectLst/>
                <a:uFillTx/>
                <a:latin typeface="Cambria"/>
                <a:ea typeface="Cambria"/>
              </a:rPr>
              <a:t> </a:t>
            </a:r>
            <a:r>
              <a:rPr lang="en-IN" sz="3200" b="0" u="none" spc="-11" strike="noStrike">
                <a:solidFill>
                  <a:schemeClr val="lt1"/>
                </a:solidFill>
                <a:effectLst/>
                <a:uFillTx/>
                <a:latin typeface="Cambria"/>
                <a:ea typeface="Cambria"/>
              </a:rPr>
              <a:t>analysis and design</a:t>
            </a:r>
            <a:endParaRPr lang="en-US" sz="3200" b="0" u="none" strike="noStrike">
              <a:solidFill>
                <a:srgbClr val="000000"/>
              </a:solidFill>
              <a:effectLst/>
              <a:uFillTx/>
              <a:latin typeface="Calibri"/>
            </a:endParaRPr>
          </a:p>
        </p:txBody>
      </p:sp>
      <p:sp>
        <p:nvSpPr>
          <p:cNvPr id="80" name="PlaceHolder 2"/>
          <p:cNvSpPr>
            <a:spLocks noGrp="1"/>
          </p:cNvSpPr>
          <p:nvPr>
            <p:ph type="dt" idx="37"/>
          </p:nvPr>
        </p:nvSpPr>
        <p:spPr>
          <a:xfrm>
            <a:off x="179640" y="6441120"/>
            <a:ext cx="1124280" cy="436320"/>
          </a:xfrm>
          <a:prstGeom prst="rect">
            <a:avLst/>
          </a:prstGeom>
          <a:noFill/>
          <a:ln w="0">
            <a:noFill/>
          </a:ln>
        </p:spPr>
        <p:txBody>
          <a:bodyPr lIns="0" tIns="0" rIns="0" bIns="0" anchor="t">
            <a:spAutoFit/>
          </a:bodyPr>
          <a:lstStyle>
            <a:lvl1pPr marL="12600" indent="0" algn="l">
              <a:lnSpc>
                <a:spcPts val="1664"/>
              </a:lnSpc>
              <a:buNone/>
              <a:defRPr lang="en-US" sz="1600" b="1" u="none" spc="-20" strike="noStrike">
                <a:solidFill>
                  <a:srgbClr val="888888"/>
                </a:solidFill>
                <a:effectLst/>
                <a:uFillTx/>
                <a:latin typeface="Cambria"/>
              </a:defRPr>
            </a:lvl1pPr>
          </a:lstStyle>
          <a:p>
            <a:pPr marL="12600" indent="0" algn="l">
              <a:lnSpc>
                <a:spcPts val="1664"/>
              </a:lnSpc>
              <a:buNone/>
            </a:pPr>
            <a:fld id="{D29980B8-0315-416D-A94E-3593FB9C9026}" type="datetime1">
              <a:rPr lang="en-US" sz="1600" b="1" u="none" spc="-20" strike="noStrike">
                <a:solidFill>
                  <a:srgbClr val="888888"/>
                </a:solidFill>
                <a:effectLst/>
                <a:uFillTx/>
                <a:latin typeface="Cambria"/>
              </a:rPr>
              <a:t>04/27/2026</a:t>
            </a:fld>
            <a:endParaRPr lang="en-US" sz="1600" b="0" u="none" strike="noStrike">
              <a:solidFill>
                <a:srgbClr val="000000"/>
              </a:solidFill>
              <a:effectLst/>
              <a:uFillTx/>
              <a:latin typeface="Times New Roman"/>
            </a:endParaRPr>
          </a:p>
        </p:txBody>
      </p:sp>
      <p:sp>
        <p:nvSpPr>
          <p:cNvPr id="81" name="PlaceHolder 3"/>
          <p:cNvSpPr>
            <a:spLocks noGrp="1"/>
          </p:cNvSpPr>
          <p:nvPr>
            <p:ph type="ftr" idx="38"/>
          </p:nvPr>
        </p:nvSpPr>
        <p:spPr>
          <a:xfrm>
            <a:off x="4074120" y="6441120"/>
            <a:ext cx="4679640" cy="244080"/>
          </a:xfrm>
          <a:prstGeom prst="rect">
            <a:avLst/>
          </a:prstGeom>
          <a:noFill/>
          <a:ln w="0">
            <a:noFill/>
          </a:ln>
        </p:spPr>
        <p:txBody>
          <a:bodyPr lIns="0" tIns="0" rIns="0" bIns="0" anchor="t">
            <a:spAutoFit/>
          </a:bodyPr>
          <a:lstStyle>
            <a:lvl1pPr marL="12600" indent="0" algn="l">
              <a:lnSpc>
                <a:spcPts val="1664"/>
              </a:lnSpc>
              <a:buNone/>
              <a:defRPr lang="en-US" sz="1600" b="1" u="none" spc="-11" strike="noStrike">
                <a:solidFill>
                  <a:srgbClr val="888888"/>
                </a:solidFill>
                <a:effectLst/>
                <a:uFillTx/>
                <a:latin typeface="Cambria"/>
              </a:defRPr>
            </a:lvl1pPr>
          </a:lstStyle>
          <a:p>
            <a:pPr marL="12600" indent="0" algn="l">
              <a:lnSpc>
                <a:spcPts val="1664"/>
              </a:lnSpc>
              <a:buNone/>
            </a:pPr>
            <a:r>
              <a:rPr lang="en-US" sz="1600" b="1" u="none" spc="-11" strike="noStrike">
                <a:solidFill>
                  <a:srgbClr val="888888"/>
                </a:solidFill>
                <a:effectLst/>
                <a:uFillTx/>
                <a:latin typeface="Cambria"/>
              </a:rPr>
              <a:t>Department</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of</a:t>
            </a:r>
            <a:r>
              <a:rPr lang="en-US" sz="1600" b="1" u="none" spc="-31" strike="noStrike">
                <a:solidFill>
                  <a:srgbClr val="888888"/>
                </a:solidFill>
                <a:effectLst/>
                <a:uFillTx/>
                <a:latin typeface="Cambria"/>
              </a:rPr>
              <a:t> </a:t>
            </a:r>
            <a:r>
              <a:rPr lang="en-US" sz="1600" b="1" u="none" spc="-11" strike="noStrike">
                <a:solidFill>
                  <a:srgbClr val="888888"/>
                </a:solidFill>
                <a:effectLst/>
                <a:uFillTx/>
                <a:latin typeface="Cambria"/>
              </a:rPr>
              <a:t>Information</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Science</a:t>
            </a:r>
            <a:r>
              <a:rPr lang="en-US" sz="1600" b="1" u="none" spc="-31" strike="noStrike">
                <a:solidFill>
                  <a:srgbClr val="888888"/>
                </a:solidFill>
                <a:effectLst/>
                <a:uFillTx/>
                <a:latin typeface="Cambria"/>
              </a:rPr>
              <a:t> </a:t>
            </a:r>
            <a:r>
              <a:rPr lang="en-US" sz="1600" b="1" u="none" strike="noStrike">
                <a:solidFill>
                  <a:srgbClr val="888888"/>
                </a:solidFill>
                <a:effectLst/>
                <a:uFillTx/>
                <a:latin typeface="Cambria"/>
              </a:rPr>
              <a:t>&amp;</a:t>
            </a:r>
            <a:r>
              <a:rPr lang="en-US" sz="1600" b="1" u="none" spc="-34" strike="noStrike">
                <a:solidFill>
                  <a:srgbClr val="888888"/>
                </a:solidFill>
                <a:effectLst/>
                <a:uFillTx/>
                <a:latin typeface="Cambria"/>
              </a:rPr>
              <a:t> </a:t>
            </a:r>
            <a:r>
              <a:rPr lang="en-US" sz="1600" b="1" u="none" spc="-11" strike="noStrike">
                <a:solidFill>
                  <a:srgbClr val="888888"/>
                </a:solidFill>
                <a:effectLst/>
                <a:uFillTx/>
                <a:latin typeface="Cambria"/>
              </a:rPr>
              <a:t>Engineering</a:t>
            </a:r>
            <a:endParaRPr lang="en-US" sz="1600" b="0" u="none" strike="noStrike">
              <a:solidFill>
                <a:srgbClr val="000000"/>
              </a:solidFill>
              <a:effectLst/>
              <a:uFillTx/>
              <a:latin typeface="Times New Roman"/>
            </a:endParaRPr>
          </a:p>
        </p:txBody>
      </p:sp>
      <p:sp>
        <p:nvSpPr>
          <p:cNvPr id="82" name="PlaceHolder 4"/>
          <p:cNvSpPr>
            <a:spLocks noGrp="1"/>
          </p:cNvSpPr>
          <p:nvPr>
            <p:ph type="sldNum" idx="39"/>
          </p:nvPr>
        </p:nvSpPr>
        <p:spPr>
          <a:xfrm>
            <a:off x="11841120" y="6441120"/>
            <a:ext cx="209160" cy="244080"/>
          </a:xfrm>
          <a:prstGeom prst="rect">
            <a:avLst/>
          </a:prstGeom>
          <a:noFill/>
          <a:ln w="0">
            <a:noFill/>
          </a:ln>
        </p:spPr>
        <p:txBody>
          <a:bodyPr lIns="0" tIns="0" rIns="0" bIns="0" anchor="t">
            <a:spAutoFit/>
          </a:bodyPr>
          <a:lstStyle>
            <a:lvl1pPr marL="38160" indent="0" algn="l">
              <a:lnSpc>
                <a:spcPts val="1664"/>
              </a:lnSpc>
              <a:buNone/>
              <a:defRPr lang="en-US" sz="1600" b="1" u="none" spc="-51" strike="noStrike">
                <a:solidFill>
                  <a:srgbClr val="888888"/>
                </a:solidFill>
                <a:effectLst/>
                <a:uFillTx/>
                <a:latin typeface="Cambria"/>
              </a:defRPr>
            </a:lvl1pPr>
          </a:lstStyle>
          <a:p>
            <a:pPr marL="38160" indent="0" algn="l">
              <a:lnSpc>
                <a:spcPts val="1664"/>
              </a:lnSpc>
              <a:buNone/>
            </a:pPr>
            <a:fld id="{9D5A69D4-05C8-403E-87F2-04D4AA6AA109}" type="slidenum">
              <a:rPr lang="en-US" sz="1600" b="1" u="none" spc="-51" strike="noStrike">
                <a:solidFill>
                  <a:srgbClr val="888888"/>
                </a:solidFill>
                <a:effectLst/>
                <a:uFillTx/>
                <a:latin typeface="Cambria"/>
              </a:rPr>
              <a:t>6</a:t>
            </a:fld>
            <a:endParaRPr lang="en-US" sz="1600" b="0" u="none" strike="noStrike">
              <a:solidFill>
                <a:srgbClr val="000000"/>
              </a:solidFill>
              <a:effectLst/>
              <a:uFillTx/>
              <a:latin typeface="Times New Roman"/>
            </a:endParaRPr>
          </a:p>
        </p:txBody>
      </p:sp>
      <p:sp>
        <p:nvSpPr>
          <p:cNvPr id="83" name="PlaceHolder 5"/>
          <p:cNvSpPr>
            <a:spLocks noGrp="1"/>
          </p:cNvSpPr>
          <p:nvPr>
            <p:ph/>
          </p:nvPr>
        </p:nvSpPr>
        <p:spPr>
          <a:xfrm>
            <a:off x="990720" y="1888920"/>
            <a:ext cx="8457840" cy="3079800"/>
          </a:xfrm>
          <a:prstGeom prst="rect">
            <a:avLst/>
          </a:prstGeom>
          <a:noFill/>
          <a:ln w="0">
            <a:noFill/>
          </a:ln>
        </p:spPr>
        <p:txBody>
          <a:bodyPr numCol="1" spcCol="0" lIns="91440" tIns="45720" rIns="91440" bIns="45720" anchor="ctr">
            <a:spAutoFit/>
          </a:bodyPr>
          <a:p>
            <a:pPr indent="0" algn="just" defTabSz="914400">
              <a:lnSpc>
                <a:spcPct val="100000"/>
              </a:lnSpc>
              <a:buNone/>
              <a:tabLst>
                <a:tab pos="0" algn="l"/>
              </a:tabLst>
            </a:pPr>
            <a:endParaRPr lang="en-US" sz="2000" b="0" u="none" strike="noStrike">
              <a:solidFill>
                <a:srgbClr val="000000"/>
              </a:solidFill>
              <a:effectLst/>
              <a:uFillTx/>
              <a:latin typeface="Calibri"/>
            </a:endParaRPr>
          </a:p>
          <a:p>
            <a:pPr algn="just" defTabSz="914400">
              <a:lnSpc>
                <a:spcPct val="100000"/>
              </a:lnSpc>
              <a:buClr>
                <a:srgbClr val="000000"/>
              </a:buClr>
              <a:buFont typeface="Symbol" charset="2"/>
              <a:buChar char=""/>
              <a:tabLst>
                <a:tab pos="0" algn="l"/>
              </a:tabLst>
            </a:pPr>
            <a:r>
              <a:rPr lang="en-US" sz="2000" b="0" u="none" strike="noStrike">
                <a:solidFill>
                  <a:schemeClr val="dk1"/>
                </a:solidFill>
                <a:effectLst/>
                <a:uFillTx/>
                <a:latin typeface="Times New Roman"/>
              </a:rPr>
              <a:t>    Automate complaint triage and department routing using AI </a:t>
            </a:r>
            <a:endParaRPr lang="en-US" sz="2000" b="0" u="none" strike="noStrike">
              <a:solidFill>
                <a:srgbClr val="000000"/>
              </a:solidFill>
              <a:effectLst/>
              <a:uFillTx/>
              <a:latin typeface="Calibri"/>
            </a:endParaRPr>
          </a:p>
          <a:p>
            <a:pPr indent="0" algn="just" defTabSz="914400">
              <a:lnSpc>
                <a:spcPct val="100000"/>
              </a:lnSpc>
              <a:buNone/>
              <a:tabLst>
                <a:tab pos="0" algn="l"/>
              </a:tabLst>
            </a:pPr>
            <a:endParaRPr lang="en-US" sz="2000" b="0" u="none" strike="noStrike">
              <a:solidFill>
                <a:srgbClr val="000000"/>
              </a:solidFill>
              <a:effectLst/>
              <a:uFillTx/>
              <a:latin typeface="Calibri"/>
            </a:endParaRPr>
          </a:p>
          <a:p>
            <a:pPr algn="just" defTabSz="914400">
              <a:lnSpc>
                <a:spcPct val="100000"/>
              </a:lnSpc>
              <a:buClr>
                <a:srgbClr val="000000"/>
              </a:buClr>
              <a:buFont typeface="Symbol" charset="2"/>
              <a:buChar char=""/>
              <a:tabLst>
                <a:tab pos="0" algn="l"/>
              </a:tabLst>
            </a:pPr>
            <a:r>
              <a:rPr lang="en-US" sz="2000" b="0" u="none" strike="noStrike">
                <a:solidFill>
                  <a:schemeClr val="dk1"/>
                </a:solidFill>
                <a:effectLst/>
                <a:uFillTx/>
                <a:latin typeface="Times New Roman"/>
              </a:rPr>
              <a:t>    Support multimodal inputs — text, audio, and image </a:t>
            </a:r>
            <a:endParaRPr lang="en-US" sz="2000" b="0" u="none" strike="noStrike">
              <a:solidFill>
                <a:srgbClr val="000000"/>
              </a:solidFill>
              <a:effectLst/>
              <a:uFillTx/>
              <a:latin typeface="Calibri"/>
            </a:endParaRPr>
          </a:p>
          <a:p>
            <a:pPr indent="0" algn="just" defTabSz="914400">
              <a:lnSpc>
                <a:spcPct val="100000"/>
              </a:lnSpc>
              <a:buNone/>
              <a:tabLst>
                <a:tab pos="0" algn="l"/>
              </a:tabLst>
            </a:pPr>
            <a:endParaRPr lang="en-US" sz="2000" b="0" u="none" strike="noStrike">
              <a:solidFill>
                <a:srgbClr val="000000"/>
              </a:solidFill>
              <a:effectLst/>
              <a:uFillTx/>
              <a:latin typeface="Calibri"/>
            </a:endParaRPr>
          </a:p>
          <a:p>
            <a:pPr algn="just" defTabSz="914400">
              <a:lnSpc>
                <a:spcPct val="100000"/>
              </a:lnSpc>
              <a:buClr>
                <a:srgbClr val="000000"/>
              </a:buClr>
              <a:buFont typeface="Symbol" charset="2"/>
              <a:buChar char=""/>
              <a:tabLst>
                <a:tab pos="0" algn="l"/>
              </a:tabLst>
            </a:pPr>
            <a:r>
              <a:rPr lang="en-US" sz="2000" b="0" u="none" strike="noStrike">
                <a:solidFill>
                  <a:schemeClr val="dk1"/>
                </a:solidFill>
                <a:effectLst/>
                <a:uFillTx/>
                <a:latin typeface="Times New Roman"/>
              </a:rPr>
              <a:t>    Generate structured JSON tickets for easy database insertion</a:t>
            </a:r>
            <a:endParaRPr lang="en-US" sz="2000" b="0" u="none" strike="noStrike">
              <a:solidFill>
                <a:srgbClr val="000000"/>
              </a:solidFill>
              <a:effectLst/>
              <a:uFillTx/>
              <a:latin typeface="Calibri"/>
            </a:endParaRPr>
          </a:p>
          <a:p>
            <a:pPr indent="0" algn="just" defTabSz="914400">
              <a:lnSpc>
                <a:spcPct val="100000"/>
              </a:lnSpc>
              <a:buNone/>
              <a:tabLst>
                <a:tab pos="0" algn="l"/>
              </a:tabLst>
            </a:pPr>
            <a:endParaRPr lang="en-US" sz="2000" b="0" u="none" strike="noStrike">
              <a:solidFill>
                <a:srgbClr val="000000"/>
              </a:solidFill>
              <a:effectLst/>
              <a:uFillTx/>
              <a:latin typeface="Calibri"/>
            </a:endParaRPr>
          </a:p>
          <a:p>
            <a:pPr algn="just" defTabSz="914400">
              <a:lnSpc>
                <a:spcPct val="100000"/>
              </a:lnSpc>
              <a:buClr>
                <a:srgbClr val="000000"/>
              </a:buClr>
              <a:buFont typeface="Symbol" charset="2"/>
              <a:buChar char=""/>
              <a:tabLst>
                <a:tab pos="0" algn="l"/>
              </a:tabLst>
            </a:pPr>
            <a:r>
              <a:rPr lang="en-US" sz="2000" b="0" u="none" strike="noStrike">
                <a:solidFill>
                  <a:schemeClr val="dk1"/>
                </a:solidFill>
                <a:effectLst/>
                <a:uFillTx/>
                <a:latin typeface="Times New Roman"/>
              </a:rPr>
              <a:t>    Provide real-time analytics dashboard for city officials </a:t>
            </a:r>
            <a:endParaRPr lang="en-US" sz="2000" b="0" u="none" strike="noStrike">
              <a:solidFill>
                <a:srgbClr val="000000"/>
              </a:solidFill>
              <a:effectLst/>
              <a:uFillTx/>
              <a:latin typeface="Calibri"/>
            </a:endParaRPr>
          </a:p>
          <a:p>
            <a:pPr indent="0" algn="just" defTabSz="914400">
              <a:lnSpc>
                <a:spcPct val="100000"/>
              </a:lnSpc>
              <a:buNone/>
              <a:tabLst>
                <a:tab pos="0" algn="l"/>
              </a:tabLst>
            </a:pPr>
            <a:endParaRPr lang="en-US" sz="2000" b="0" u="none" strike="noStrike">
              <a:solidFill>
                <a:srgbClr val="000000"/>
              </a:solidFill>
              <a:effectLst/>
              <a:uFillTx/>
              <a:latin typeface="Calibri"/>
            </a:endParaRPr>
          </a:p>
          <a:p>
            <a:pPr algn="just" defTabSz="914400">
              <a:lnSpc>
                <a:spcPct val="100000"/>
              </a:lnSpc>
              <a:buClr>
                <a:srgbClr val="000000"/>
              </a:buClr>
              <a:buFont typeface="Symbol" charset="2"/>
              <a:buChar char=""/>
              <a:tabLst>
                <a:tab pos="0" algn="l"/>
              </a:tabLst>
            </a:pPr>
            <a:r>
              <a:rPr lang="en-US" sz="2000" b="0" u="none" strike="noStrike">
                <a:solidFill>
                  <a:schemeClr val="dk1"/>
                </a:solidFill>
                <a:effectLst/>
                <a:uFillTx/>
                <a:latin typeface="Times New Roman"/>
              </a:rPr>
              <a:t>    Support continuous feedback loop for model improvement </a:t>
            </a:r>
            <a:endParaRPr lang="en-US" sz="2000" b="0" u="none" strike="noStrike">
              <a:solidFill>
                <a:srgbClr val="000000"/>
              </a:solidFill>
              <a:effectLst/>
              <a:uFillTx/>
              <a:latin typeface="Calibri"/>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PlaceHolder 1"/>
          <p:cNvSpPr>
            <a:spLocks noGrp="1"/>
          </p:cNvSpPr>
          <p:nvPr>
            <p:ph type="title"/>
          </p:nvPr>
        </p:nvSpPr>
        <p:spPr>
          <a:xfrm>
            <a:off x="1349640" y="326520"/>
            <a:ext cx="10254240" cy="505440"/>
          </a:xfrm>
          <a:prstGeom prst="rect">
            <a:avLst/>
          </a:prstGeom>
          <a:noFill/>
          <a:ln w="0">
            <a:noFill/>
          </a:ln>
        </p:spPr>
        <p:txBody>
          <a:bodyPr lIns="0" tIns="12600" rIns="0" bIns="0" anchor="t">
            <a:spAutoFit/>
          </a:bodyPr>
          <a:p>
            <a:pPr marL="12600" indent="0" algn="ctr">
              <a:lnSpc>
                <a:spcPct val="100000"/>
              </a:lnSpc>
              <a:spcBef>
                <a:spcPts val="1899"/>
              </a:spcBef>
              <a:buNone/>
              <a:tabLst>
                <a:tab pos="592560" algn="l"/>
              </a:tabLst>
            </a:pPr>
            <a:r>
              <a:rPr lang="en-US" sz="3200" b="0" u="none" spc="-11" strike="noStrike">
                <a:solidFill>
                  <a:schemeClr val="lt1"/>
                </a:solidFill>
                <a:effectLst/>
                <a:uFillTx/>
                <a:latin typeface="Cambria"/>
                <a:ea typeface="Cambria"/>
              </a:rPr>
              <a:t>System</a:t>
            </a:r>
            <a:r>
              <a:rPr lang="en-US" sz="3200" b="0" u="none" spc="-60" strike="noStrike">
                <a:solidFill>
                  <a:schemeClr val="lt1"/>
                </a:solidFill>
                <a:effectLst/>
                <a:uFillTx/>
                <a:latin typeface="Cambria"/>
                <a:ea typeface="Cambria"/>
              </a:rPr>
              <a:t> </a:t>
            </a:r>
            <a:r>
              <a:rPr lang="en-US" sz="3200" b="0" u="none" strike="noStrike">
                <a:solidFill>
                  <a:schemeClr val="lt1"/>
                </a:solidFill>
                <a:effectLst/>
                <a:uFillTx/>
                <a:latin typeface="Cambria"/>
                <a:ea typeface="Cambria"/>
              </a:rPr>
              <a:t>design</a:t>
            </a:r>
            <a:r>
              <a:rPr lang="en-US" sz="3200" b="0" u="none" spc="-54" strike="noStrike">
                <a:solidFill>
                  <a:schemeClr val="lt1"/>
                </a:solidFill>
                <a:effectLst/>
                <a:uFillTx/>
                <a:latin typeface="Cambria"/>
                <a:ea typeface="Cambria"/>
              </a:rPr>
              <a:t> </a:t>
            </a:r>
            <a:r>
              <a:rPr lang="en-US" sz="3200" b="0" u="none" strike="noStrike">
                <a:solidFill>
                  <a:schemeClr val="lt1"/>
                </a:solidFill>
                <a:effectLst/>
                <a:uFillTx/>
                <a:latin typeface="Cambria"/>
                <a:ea typeface="Cambria"/>
              </a:rPr>
              <a:t>&amp;</a:t>
            </a:r>
            <a:r>
              <a:rPr lang="en-US" sz="3200" b="0" u="none" spc="-60" strike="noStrike">
                <a:solidFill>
                  <a:schemeClr val="lt1"/>
                </a:solidFill>
                <a:effectLst/>
                <a:uFillTx/>
                <a:latin typeface="Cambria"/>
                <a:ea typeface="Cambria"/>
              </a:rPr>
              <a:t> </a:t>
            </a:r>
            <a:r>
              <a:rPr lang="en-US" sz="3200" b="0" u="none" spc="-11" strike="noStrike">
                <a:solidFill>
                  <a:schemeClr val="lt1"/>
                </a:solidFill>
                <a:effectLst/>
                <a:uFillTx/>
                <a:latin typeface="Cambria"/>
                <a:ea typeface="Cambria"/>
              </a:rPr>
              <a:t>Methodology</a:t>
            </a:r>
            <a:endParaRPr lang="en-US" sz="3200" b="0" u="none" strike="noStrike">
              <a:solidFill>
                <a:srgbClr val="000000"/>
              </a:solidFill>
              <a:effectLst/>
              <a:uFillTx/>
              <a:latin typeface="Calibri"/>
            </a:endParaRPr>
          </a:p>
        </p:txBody>
      </p:sp>
      <p:sp>
        <p:nvSpPr>
          <p:cNvPr id="85" name="PlaceHolder 2"/>
          <p:cNvSpPr>
            <a:spLocks noGrp="1"/>
          </p:cNvSpPr>
          <p:nvPr>
            <p:ph type="dt" idx="40"/>
          </p:nvPr>
        </p:nvSpPr>
        <p:spPr>
          <a:xfrm>
            <a:off x="179640" y="6441120"/>
            <a:ext cx="1124280" cy="436320"/>
          </a:xfrm>
          <a:prstGeom prst="rect">
            <a:avLst/>
          </a:prstGeom>
          <a:noFill/>
          <a:ln w="0">
            <a:noFill/>
          </a:ln>
        </p:spPr>
        <p:txBody>
          <a:bodyPr lIns="0" tIns="0" rIns="0" bIns="0" anchor="t">
            <a:spAutoFit/>
          </a:bodyPr>
          <a:lstStyle>
            <a:lvl1pPr marL="12600" indent="0" algn="l">
              <a:lnSpc>
                <a:spcPts val="1664"/>
              </a:lnSpc>
              <a:buNone/>
              <a:defRPr lang="en-US" sz="1600" b="1" u="none" spc="-20" strike="noStrike">
                <a:solidFill>
                  <a:srgbClr val="888888"/>
                </a:solidFill>
                <a:effectLst/>
                <a:uFillTx/>
                <a:latin typeface="Cambria"/>
              </a:defRPr>
            </a:lvl1pPr>
          </a:lstStyle>
          <a:p>
            <a:pPr marL="12600" indent="0" algn="l">
              <a:lnSpc>
                <a:spcPts val="1664"/>
              </a:lnSpc>
              <a:buNone/>
            </a:pPr>
            <a:fld id="{51442A4D-7AC9-4BBF-AFF8-5501F68CF739}" type="datetime1">
              <a:rPr lang="en-US" sz="1600" b="1" u="none" spc="-20" strike="noStrike">
                <a:solidFill>
                  <a:srgbClr val="888888"/>
                </a:solidFill>
                <a:effectLst/>
                <a:uFillTx/>
                <a:latin typeface="Cambria"/>
              </a:rPr>
              <a:t>04/27/2026</a:t>
            </a:fld>
            <a:endParaRPr lang="en-US" sz="1600" b="0" u="none" strike="noStrike">
              <a:solidFill>
                <a:srgbClr val="000000"/>
              </a:solidFill>
              <a:effectLst/>
              <a:uFillTx/>
              <a:latin typeface="Times New Roman"/>
            </a:endParaRPr>
          </a:p>
        </p:txBody>
      </p:sp>
      <p:sp>
        <p:nvSpPr>
          <p:cNvPr id="86" name="PlaceHolder 3"/>
          <p:cNvSpPr>
            <a:spLocks noGrp="1"/>
          </p:cNvSpPr>
          <p:nvPr>
            <p:ph type="ftr" idx="41"/>
          </p:nvPr>
        </p:nvSpPr>
        <p:spPr>
          <a:xfrm>
            <a:off x="4074120" y="6441120"/>
            <a:ext cx="4679640" cy="244080"/>
          </a:xfrm>
          <a:prstGeom prst="rect">
            <a:avLst/>
          </a:prstGeom>
          <a:noFill/>
          <a:ln w="0">
            <a:noFill/>
          </a:ln>
        </p:spPr>
        <p:txBody>
          <a:bodyPr lIns="0" tIns="0" rIns="0" bIns="0" anchor="t">
            <a:spAutoFit/>
          </a:bodyPr>
          <a:lstStyle>
            <a:lvl1pPr marL="12600" indent="0" algn="l">
              <a:lnSpc>
                <a:spcPts val="1664"/>
              </a:lnSpc>
              <a:buNone/>
              <a:defRPr lang="en-US" sz="1600" b="1" u="none" spc="-11" strike="noStrike">
                <a:solidFill>
                  <a:srgbClr val="888888"/>
                </a:solidFill>
                <a:effectLst/>
                <a:uFillTx/>
                <a:latin typeface="Cambria"/>
              </a:defRPr>
            </a:lvl1pPr>
          </a:lstStyle>
          <a:p>
            <a:pPr marL="12600" indent="0" algn="l">
              <a:lnSpc>
                <a:spcPts val="1664"/>
              </a:lnSpc>
              <a:buNone/>
            </a:pPr>
            <a:r>
              <a:rPr lang="en-US" sz="1600" b="1" u="none" spc="-11" strike="noStrike">
                <a:solidFill>
                  <a:srgbClr val="888888"/>
                </a:solidFill>
                <a:effectLst/>
                <a:uFillTx/>
                <a:latin typeface="Cambria"/>
              </a:rPr>
              <a:t>Department</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of</a:t>
            </a:r>
            <a:r>
              <a:rPr lang="en-US" sz="1600" b="1" u="none" spc="-31" strike="noStrike">
                <a:solidFill>
                  <a:srgbClr val="888888"/>
                </a:solidFill>
                <a:effectLst/>
                <a:uFillTx/>
                <a:latin typeface="Cambria"/>
              </a:rPr>
              <a:t> </a:t>
            </a:r>
            <a:r>
              <a:rPr lang="en-US" sz="1600" b="1" u="none" spc="-11" strike="noStrike">
                <a:solidFill>
                  <a:srgbClr val="888888"/>
                </a:solidFill>
                <a:effectLst/>
                <a:uFillTx/>
                <a:latin typeface="Cambria"/>
              </a:rPr>
              <a:t>Information</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Science</a:t>
            </a:r>
            <a:r>
              <a:rPr lang="en-US" sz="1600" b="1" u="none" spc="-31" strike="noStrike">
                <a:solidFill>
                  <a:srgbClr val="888888"/>
                </a:solidFill>
                <a:effectLst/>
                <a:uFillTx/>
                <a:latin typeface="Cambria"/>
              </a:rPr>
              <a:t> </a:t>
            </a:r>
            <a:r>
              <a:rPr lang="en-US" sz="1600" b="1" u="none" strike="noStrike">
                <a:solidFill>
                  <a:srgbClr val="888888"/>
                </a:solidFill>
                <a:effectLst/>
                <a:uFillTx/>
                <a:latin typeface="Cambria"/>
              </a:rPr>
              <a:t>&amp;</a:t>
            </a:r>
            <a:r>
              <a:rPr lang="en-US" sz="1600" b="1" u="none" spc="-34" strike="noStrike">
                <a:solidFill>
                  <a:srgbClr val="888888"/>
                </a:solidFill>
                <a:effectLst/>
                <a:uFillTx/>
                <a:latin typeface="Cambria"/>
              </a:rPr>
              <a:t> </a:t>
            </a:r>
            <a:r>
              <a:rPr lang="en-US" sz="1600" b="1" u="none" spc="-11" strike="noStrike">
                <a:solidFill>
                  <a:srgbClr val="888888"/>
                </a:solidFill>
                <a:effectLst/>
                <a:uFillTx/>
                <a:latin typeface="Cambria"/>
              </a:rPr>
              <a:t>Engineering</a:t>
            </a:r>
            <a:endParaRPr lang="en-US" sz="1600" b="0" u="none" strike="noStrike">
              <a:solidFill>
                <a:srgbClr val="000000"/>
              </a:solidFill>
              <a:effectLst/>
              <a:uFillTx/>
              <a:latin typeface="Times New Roman"/>
            </a:endParaRPr>
          </a:p>
        </p:txBody>
      </p:sp>
      <p:sp>
        <p:nvSpPr>
          <p:cNvPr id="87" name="PlaceHolder 4"/>
          <p:cNvSpPr>
            <a:spLocks noGrp="1"/>
          </p:cNvSpPr>
          <p:nvPr>
            <p:ph type="sldNum" idx="42"/>
          </p:nvPr>
        </p:nvSpPr>
        <p:spPr>
          <a:xfrm>
            <a:off x="11841120" y="6441120"/>
            <a:ext cx="209160" cy="244080"/>
          </a:xfrm>
          <a:prstGeom prst="rect">
            <a:avLst/>
          </a:prstGeom>
          <a:noFill/>
          <a:ln w="0">
            <a:noFill/>
          </a:ln>
        </p:spPr>
        <p:txBody>
          <a:bodyPr lIns="0" tIns="0" rIns="0" bIns="0" anchor="t">
            <a:spAutoFit/>
          </a:bodyPr>
          <a:lstStyle>
            <a:lvl1pPr marL="38160" indent="0" algn="l">
              <a:lnSpc>
                <a:spcPts val="1664"/>
              </a:lnSpc>
              <a:buNone/>
              <a:defRPr lang="en-US" sz="1600" b="1" u="none" spc="-51" strike="noStrike">
                <a:solidFill>
                  <a:srgbClr val="888888"/>
                </a:solidFill>
                <a:effectLst/>
                <a:uFillTx/>
                <a:latin typeface="Cambria"/>
              </a:defRPr>
            </a:lvl1pPr>
          </a:lstStyle>
          <a:p>
            <a:pPr marL="38160" indent="0" algn="l">
              <a:lnSpc>
                <a:spcPts val="1664"/>
              </a:lnSpc>
              <a:buNone/>
            </a:pPr>
            <a:fld id="{A138991F-CE79-4501-9B5E-20B45C7A7CA1}" type="slidenum">
              <a:rPr lang="en-US" sz="1600" b="1" u="none" spc="-51" strike="noStrike">
                <a:solidFill>
                  <a:srgbClr val="888888"/>
                </a:solidFill>
                <a:effectLst/>
                <a:uFillTx/>
                <a:latin typeface="Cambria"/>
              </a:rPr>
              <a:t>6</a:t>
            </a:fld>
            <a:endParaRPr lang="en-US" sz="1600" b="0" u="none" strike="noStrike">
              <a:solidFill>
                <a:srgbClr val="000000"/>
              </a:solidFill>
              <a:effectLst/>
              <a:uFillTx/>
              <a:latin typeface="Times New Roman"/>
            </a:endParaRPr>
          </a:p>
        </p:txBody>
      </p:sp>
      <p:pic>
        <p:nvPicPr>
          <p:cNvPr id="88" name="Picture 81"/>
          <p:cNvPicPr/>
          <p:nvPr/>
        </p:nvPicPr>
        <p:blipFill>
          <a:blip r:embed="rId1"/>
          <a:stretch/>
        </p:blipFill>
        <p:spPr>
          <a:xfrm>
            <a:off x="1066680" y="1371600"/>
            <a:ext cx="10058040" cy="4793040"/>
          </a:xfrm>
          <a:prstGeom prst="rect">
            <a:avLst/>
          </a:prstGeom>
          <a:noFill/>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 name="PlaceHolder 1"/>
          <p:cNvSpPr>
            <a:spLocks noGrp="1"/>
          </p:cNvSpPr>
          <p:nvPr>
            <p:ph type="title"/>
          </p:nvPr>
        </p:nvSpPr>
        <p:spPr>
          <a:xfrm>
            <a:off x="1349640" y="326520"/>
            <a:ext cx="10254240" cy="505440"/>
          </a:xfrm>
          <a:prstGeom prst="rect">
            <a:avLst/>
          </a:prstGeom>
          <a:noFill/>
          <a:ln w="0">
            <a:noFill/>
          </a:ln>
        </p:spPr>
        <p:txBody>
          <a:bodyPr lIns="0" tIns="12600" rIns="0" bIns="0" anchor="t">
            <a:spAutoFit/>
          </a:bodyPr>
          <a:p>
            <a:pPr marL="12600" indent="0" algn="ctr">
              <a:lnSpc>
                <a:spcPct val="100000"/>
              </a:lnSpc>
              <a:spcBef>
                <a:spcPts val="1899"/>
              </a:spcBef>
              <a:buNone/>
              <a:tabLst>
                <a:tab pos="592560" algn="l"/>
              </a:tabLst>
            </a:pPr>
            <a:r>
              <a:rPr lang="en-US" sz="3200" b="0" u="none" spc="-11" strike="noStrike">
                <a:solidFill>
                  <a:schemeClr val="lt1"/>
                </a:solidFill>
                <a:effectLst/>
                <a:uFillTx/>
                <a:latin typeface="Cambria"/>
                <a:ea typeface="Cambria"/>
              </a:rPr>
              <a:t>System</a:t>
            </a:r>
            <a:r>
              <a:rPr lang="en-US" sz="3200" b="0" u="none" spc="-60" strike="noStrike">
                <a:solidFill>
                  <a:schemeClr val="lt1"/>
                </a:solidFill>
                <a:effectLst/>
                <a:uFillTx/>
                <a:latin typeface="Cambria"/>
                <a:ea typeface="Cambria"/>
              </a:rPr>
              <a:t> </a:t>
            </a:r>
            <a:r>
              <a:rPr lang="en-US" sz="3200" b="0" u="none" strike="noStrike">
                <a:solidFill>
                  <a:schemeClr val="lt1"/>
                </a:solidFill>
                <a:effectLst/>
                <a:uFillTx/>
                <a:latin typeface="Cambria"/>
                <a:ea typeface="Cambria"/>
              </a:rPr>
              <a:t>design</a:t>
            </a:r>
            <a:r>
              <a:rPr lang="en-US" sz="3200" b="0" u="none" spc="-54" strike="noStrike">
                <a:solidFill>
                  <a:schemeClr val="lt1"/>
                </a:solidFill>
                <a:effectLst/>
                <a:uFillTx/>
                <a:latin typeface="Cambria"/>
                <a:ea typeface="Cambria"/>
              </a:rPr>
              <a:t> </a:t>
            </a:r>
            <a:r>
              <a:rPr lang="en-US" sz="3200" b="0" u="none" strike="noStrike">
                <a:solidFill>
                  <a:schemeClr val="lt1"/>
                </a:solidFill>
                <a:effectLst/>
                <a:uFillTx/>
                <a:latin typeface="Cambria"/>
                <a:ea typeface="Cambria"/>
              </a:rPr>
              <a:t>&amp;</a:t>
            </a:r>
            <a:r>
              <a:rPr lang="en-US" sz="3200" b="0" u="none" spc="-60" strike="noStrike">
                <a:solidFill>
                  <a:schemeClr val="lt1"/>
                </a:solidFill>
                <a:effectLst/>
                <a:uFillTx/>
                <a:latin typeface="Cambria"/>
                <a:ea typeface="Cambria"/>
              </a:rPr>
              <a:t> </a:t>
            </a:r>
            <a:r>
              <a:rPr lang="en-US" sz="3200" b="0" u="none" spc="-11" strike="noStrike">
                <a:solidFill>
                  <a:schemeClr val="lt1"/>
                </a:solidFill>
                <a:effectLst/>
                <a:uFillTx/>
                <a:latin typeface="Cambria"/>
                <a:ea typeface="Cambria"/>
              </a:rPr>
              <a:t>Methodology</a:t>
            </a:r>
            <a:endParaRPr lang="en-US" sz="3200" b="0" u="none" strike="noStrike">
              <a:solidFill>
                <a:srgbClr val="000000"/>
              </a:solidFill>
              <a:effectLst/>
              <a:uFillTx/>
              <a:latin typeface="Calibri"/>
            </a:endParaRPr>
          </a:p>
        </p:txBody>
      </p:sp>
      <p:sp>
        <p:nvSpPr>
          <p:cNvPr id="90" name="PlaceHolder 2"/>
          <p:cNvSpPr>
            <a:spLocks noGrp="1"/>
          </p:cNvSpPr>
          <p:nvPr>
            <p:ph type="dt" idx="43"/>
          </p:nvPr>
        </p:nvSpPr>
        <p:spPr>
          <a:xfrm>
            <a:off x="179640" y="6441120"/>
            <a:ext cx="1124280" cy="436320"/>
          </a:xfrm>
          <a:prstGeom prst="rect">
            <a:avLst/>
          </a:prstGeom>
          <a:noFill/>
          <a:ln w="0">
            <a:noFill/>
          </a:ln>
        </p:spPr>
        <p:txBody>
          <a:bodyPr lIns="0" tIns="0" rIns="0" bIns="0" anchor="t">
            <a:spAutoFit/>
          </a:bodyPr>
          <a:lstStyle>
            <a:lvl1pPr marL="12600" indent="0" algn="l">
              <a:lnSpc>
                <a:spcPts val="1664"/>
              </a:lnSpc>
              <a:buNone/>
              <a:defRPr lang="en-US" sz="1600" b="1" u="none" spc="-20" strike="noStrike">
                <a:solidFill>
                  <a:srgbClr val="888888"/>
                </a:solidFill>
                <a:effectLst/>
                <a:uFillTx/>
                <a:latin typeface="Cambria"/>
              </a:defRPr>
            </a:lvl1pPr>
          </a:lstStyle>
          <a:p>
            <a:pPr marL="12600" indent="0" algn="l">
              <a:lnSpc>
                <a:spcPts val="1664"/>
              </a:lnSpc>
              <a:buNone/>
            </a:pPr>
            <a:fld id="{9B25FB36-1F2D-4C99-B8AB-77C44936734E}" type="datetime1">
              <a:rPr lang="en-US" sz="1600" b="1" u="none" spc="-20" strike="noStrike">
                <a:solidFill>
                  <a:srgbClr val="888888"/>
                </a:solidFill>
                <a:effectLst/>
                <a:uFillTx/>
                <a:latin typeface="Cambria"/>
              </a:rPr>
              <a:t>04/27/2026</a:t>
            </a:fld>
            <a:endParaRPr lang="en-US" sz="1600" b="0" u="none" strike="noStrike">
              <a:solidFill>
                <a:srgbClr val="000000"/>
              </a:solidFill>
              <a:effectLst/>
              <a:uFillTx/>
              <a:latin typeface="Times New Roman"/>
            </a:endParaRPr>
          </a:p>
        </p:txBody>
      </p:sp>
      <p:sp>
        <p:nvSpPr>
          <p:cNvPr id="91" name="PlaceHolder 3"/>
          <p:cNvSpPr>
            <a:spLocks noGrp="1"/>
          </p:cNvSpPr>
          <p:nvPr>
            <p:ph type="ftr" idx="44"/>
          </p:nvPr>
        </p:nvSpPr>
        <p:spPr>
          <a:xfrm>
            <a:off x="4074120" y="6441120"/>
            <a:ext cx="4679640" cy="244080"/>
          </a:xfrm>
          <a:prstGeom prst="rect">
            <a:avLst/>
          </a:prstGeom>
          <a:noFill/>
          <a:ln w="0">
            <a:noFill/>
          </a:ln>
        </p:spPr>
        <p:txBody>
          <a:bodyPr lIns="0" tIns="0" rIns="0" bIns="0" anchor="t">
            <a:spAutoFit/>
          </a:bodyPr>
          <a:lstStyle>
            <a:lvl1pPr marL="12600" indent="0" algn="l">
              <a:lnSpc>
                <a:spcPts val="1664"/>
              </a:lnSpc>
              <a:buNone/>
              <a:defRPr lang="en-US" sz="1600" b="1" u="none" spc="-11" strike="noStrike">
                <a:solidFill>
                  <a:srgbClr val="888888"/>
                </a:solidFill>
                <a:effectLst/>
                <a:uFillTx/>
                <a:latin typeface="Cambria"/>
              </a:defRPr>
            </a:lvl1pPr>
          </a:lstStyle>
          <a:p>
            <a:pPr marL="12600" indent="0" algn="l">
              <a:lnSpc>
                <a:spcPts val="1664"/>
              </a:lnSpc>
              <a:buNone/>
            </a:pPr>
            <a:r>
              <a:rPr lang="en-US" sz="1600" b="1" u="none" spc="-11" strike="noStrike">
                <a:solidFill>
                  <a:srgbClr val="888888"/>
                </a:solidFill>
                <a:effectLst/>
                <a:uFillTx/>
                <a:latin typeface="Cambria"/>
              </a:rPr>
              <a:t>Department</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of</a:t>
            </a:r>
            <a:r>
              <a:rPr lang="en-US" sz="1600" b="1" u="none" spc="-31" strike="noStrike">
                <a:solidFill>
                  <a:srgbClr val="888888"/>
                </a:solidFill>
                <a:effectLst/>
                <a:uFillTx/>
                <a:latin typeface="Cambria"/>
              </a:rPr>
              <a:t> </a:t>
            </a:r>
            <a:r>
              <a:rPr lang="en-US" sz="1600" b="1" u="none" spc="-11" strike="noStrike">
                <a:solidFill>
                  <a:srgbClr val="888888"/>
                </a:solidFill>
                <a:effectLst/>
                <a:uFillTx/>
                <a:latin typeface="Cambria"/>
              </a:rPr>
              <a:t>Information</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Science</a:t>
            </a:r>
            <a:r>
              <a:rPr lang="en-US" sz="1600" b="1" u="none" spc="-31" strike="noStrike">
                <a:solidFill>
                  <a:srgbClr val="888888"/>
                </a:solidFill>
                <a:effectLst/>
                <a:uFillTx/>
                <a:latin typeface="Cambria"/>
              </a:rPr>
              <a:t> </a:t>
            </a:r>
            <a:r>
              <a:rPr lang="en-US" sz="1600" b="1" u="none" strike="noStrike">
                <a:solidFill>
                  <a:srgbClr val="888888"/>
                </a:solidFill>
                <a:effectLst/>
                <a:uFillTx/>
                <a:latin typeface="Cambria"/>
              </a:rPr>
              <a:t>&amp;</a:t>
            </a:r>
            <a:r>
              <a:rPr lang="en-US" sz="1600" b="1" u="none" spc="-34" strike="noStrike">
                <a:solidFill>
                  <a:srgbClr val="888888"/>
                </a:solidFill>
                <a:effectLst/>
                <a:uFillTx/>
                <a:latin typeface="Cambria"/>
              </a:rPr>
              <a:t> </a:t>
            </a:r>
            <a:r>
              <a:rPr lang="en-US" sz="1600" b="1" u="none" spc="-11" strike="noStrike">
                <a:solidFill>
                  <a:srgbClr val="888888"/>
                </a:solidFill>
                <a:effectLst/>
                <a:uFillTx/>
                <a:latin typeface="Cambria"/>
              </a:rPr>
              <a:t>Engineering</a:t>
            </a:r>
            <a:endParaRPr lang="en-US" sz="1600" b="0" u="none" strike="noStrike">
              <a:solidFill>
                <a:srgbClr val="000000"/>
              </a:solidFill>
              <a:effectLst/>
              <a:uFillTx/>
              <a:latin typeface="Times New Roman"/>
            </a:endParaRPr>
          </a:p>
        </p:txBody>
      </p:sp>
      <p:sp>
        <p:nvSpPr>
          <p:cNvPr id="92" name="PlaceHolder 4"/>
          <p:cNvSpPr>
            <a:spLocks noGrp="1"/>
          </p:cNvSpPr>
          <p:nvPr>
            <p:ph type="sldNum" idx="45"/>
          </p:nvPr>
        </p:nvSpPr>
        <p:spPr>
          <a:xfrm>
            <a:off x="11841120" y="6441120"/>
            <a:ext cx="426600" cy="244080"/>
          </a:xfrm>
          <a:prstGeom prst="rect">
            <a:avLst/>
          </a:prstGeom>
          <a:noFill/>
          <a:ln w="0">
            <a:noFill/>
          </a:ln>
        </p:spPr>
        <p:txBody>
          <a:bodyPr lIns="0" tIns="0" rIns="0" bIns="0" anchor="t">
            <a:spAutoFit/>
          </a:bodyPr>
          <a:lstStyle>
            <a:lvl1pPr marL="38160" indent="0" algn="l">
              <a:lnSpc>
                <a:spcPts val="1664"/>
              </a:lnSpc>
              <a:buNone/>
              <a:defRPr lang="en-US" sz="1600" b="1" u="none" spc="-51" strike="noStrike">
                <a:solidFill>
                  <a:srgbClr val="888888"/>
                </a:solidFill>
                <a:effectLst/>
                <a:uFillTx/>
                <a:latin typeface="Cambria"/>
              </a:defRPr>
            </a:lvl1pPr>
          </a:lstStyle>
          <a:p>
            <a:pPr marL="38160" indent="0" algn="l">
              <a:lnSpc>
                <a:spcPts val="1664"/>
              </a:lnSpc>
              <a:buNone/>
            </a:pPr>
            <a:fld id="{1D2C84DB-8AAD-4514-9E51-77699A3C7C97}" type="slidenum">
              <a:rPr lang="en-US" sz="1600" b="1" u="none" spc="-51" strike="noStrike">
                <a:solidFill>
                  <a:srgbClr val="888888"/>
                </a:solidFill>
                <a:effectLst/>
                <a:uFillTx/>
                <a:latin typeface="Cambria"/>
              </a:rPr>
              <a:t>6</a:t>
            </a:fld>
            <a:endParaRPr lang="en-US" sz="1600" b="0" u="none" strike="noStrike">
              <a:solidFill>
                <a:srgbClr val="000000"/>
              </a:solidFill>
              <a:effectLst/>
              <a:uFillTx/>
              <a:latin typeface="Times New Roman"/>
            </a:endParaRPr>
          </a:p>
        </p:txBody>
      </p:sp>
      <p:sp>
        <p:nvSpPr>
          <p:cNvPr id="93" name="Rectangle 1"/>
          <p:cNvSpPr/>
          <p:nvPr/>
        </p:nvSpPr>
        <p:spPr>
          <a:xfrm flipV="1" rot="10800000">
            <a:off x="11620440" y="6096600"/>
            <a:ext cx="11048400" cy="4800960"/>
          </a:xfrm>
          <a:prstGeom prst="rect">
            <a:avLst/>
          </a:prstGeom>
          <a:noFill/>
          <a:ln w="0">
            <a:noFill/>
          </a:ln>
        </p:spPr>
        <p:style>
          <a:lnRef idx="0"/>
          <a:fillRef idx="0"/>
          <a:effectRef idx="0"/>
          <a:fontRef idx="minor"/>
        </p:style>
        <p:txBody>
          <a:bodyPr numCol="1" spcCol="0" anchor="ctr">
            <a:spAutoFit/>
          </a:bodyPr>
          <a:p>
            <a:pPr algn="just" defTabSz="914400">
              <a:lnSpc>
                <a:spcPct val="100000"/>
              </a:lnSpc>
              <a:tabLst>
                <a:tab pos="0" algn="l"/>
              </a:tabLst>
            </a:pPr>
            <a:r>
              <a:rPr lang="en-US" sz="1800" b="1" u="none" strike="noStrike">
                <a:solidFill>
                  <a:schemeClr val="dk1"/>
                </a:solidFill>
                <a:effectLst/>
                <a:uFillTx/>
                <a:latin typeface="Times New Roman"/>
              </a:rPr>
              <a:t>Methodology</a:t>
            </a:r>
            <a:endParaRPr lang="en-US" sz="1800" b="0" u="none" strike="noStrike">
              <a:solidFill>
                <a:srgbClr val="000000"/>
              </a:solidFill>
              <a:effectLst/>
              <a:uFillTx/>
              <a:latin typeface="Arial"/>
            </a:endParaRPr>
          </a:p>
          <a:p>
            <a:pPr algn="just" defTabSz="914400">
              <a:lnSpc>
                <a:spcPct val="100000"/>
              </a:lnSpc>
              <a:buClr>
                <a:srgbClr val="000000"/>
              </a:buClr>
              <a:buFont typeface="Symbol" charset="2"/>
              <a:buChar char=""/>
              <a:tabLst>
                <a:tab pos="0" algn="l"/>
              </a:tabLst>
            </a:pPr>
            <a:r>
              <a:rPr lang="en-US" sz="1800" b="1" u="none" strike="noStrike">
                <a:solidFill>
                  <a:schemeClr val="dk1"/>
                </a:solidFill>
                <a:effectLst/>
                <a:uFillTx/>
                <a:latin typeface="Times New Roman"/>
              </a:rPr>
              <a:t>Data Collection</a:t>
            </a:r>
            <a:r>
              <a:rPr lang="en-US" sz="1800" b="0" u="none" strike="noStrike">
                <a:solidFill>
                  <a:schemeClr val="dk1"/>
                </a:solidFill>
                <a:effectLst/>
                <a:uFillTx/>
                <a:latin typeface="Times New Roman"/>
              </a:rPr>
              <a:t> — Gathered civic complaint datasets from social media and open city platforms; labeled with department, issue type, urgency, and resolution time </a:t>
            </a:r>
            <a:endParaRPr lang="en-US" sz="1800" b="0" u="none" strike="noStrike">
              <a:solidFill>
                <a:srgbClr val="000000"/>
              </a:solidFill>
              <a:effectLst/>
              <a:uFillTx/>
              <a:latin typeface="Arial"/>
            </a:endParaRPr>
          </a:p>
          <a:p>
            <a:pPr algn="just" defTabSz="914400">
              <a:lnSpc>
                <a:spcPct val="100000"/>
              </a:lnSpc>
              <a:tabLst>
                <a:tab pos="0" algn="l"/>
              </a:tabLst>
            </a:pPr>
            <a:endParaRPr lang="en-US" sz="1800" b="0" u="none" strike="noStrike">
              <a:solidFill>
                <a:srgbClr val="000000"/>
              </a:solidFill>
              <a:effectLst/>
              <a:uFillTx/>
              <a:latin typeface="Arial"/>
            </a:endParaRPr>
          </a:p>
          <a:p>
            <a:pPr algn="just" defTabSz="914400">
              <a:lnSpc>
                <a:spcPct val="100000"/>
              </a:lnSpc>
              <a:buClr>
                <a:srgbClr val="000000"/>
              </a:buClr>
              <a:buFont typeface="Symbol" charset="2"/>
              <a:buChar char=""/>
              <a:tabLst>
                <a:tab pos="0" algn="l"/>
              </a:tabLst>
            </a:pPr>
            <a:r>
              <a:rPr lang="en-US" sz="1800" b="1" u="none" strike="noStrike">
                <a:solidFill>
                  <a:schemeClr val="dk1"/>
                </a:solidFill>
                <a:effectLst/>
                <a:uFillTx/>
                <a:latin typeface="Times New Roman"/>
              </a:rPr>
              <a:t>Preprocessing</a:t>
            </a:r>
            <a:r>
              <a:rPr lang="en-US" sz="1800" b="0" u="none" strike="noStrike">
                <a:solidFill>
                  <a:schemeClr val="dk1"/>
                </a:solidFill>
                <a:effectLst/>
                <a:uFillTx/>
                <a:latin typeface="Times New Roman"/>
              </a:rPr>
              <a:t> — Language detection using fastText; text normalization and noise filtering; audio converted to text via Whisper; image captions extracted using CLIP </a:t>
            </a:r>
            <a:endParaRPr lang="en-US" sz="1800" b="0" u="none" strike="noStrike">
              <a:solidFill>
                <a:srgbClr val="000000"/>
              </a:solidFill>
              <a:effectLst/>
              <a:uFillTx/>
              <a:latin typeface="Arial"/>
            </a:endParaRPr>
          </a:p>
          <a:p>
            <a:pPr algn="just" defTabSz="914400">
              <a:lnSpc>
                <a:spcPct val="100000"/>
              </a:lnSpc>
              <a:tabLst>
                <a:tab pos="0" algn="l"/>
              </a:tabLst>
            </a:pPr>
            <a:endParaRPr lang="en-US" sz="1800" b="0" u="none" strike="noStrike">
              <a:solidFill>
                <a:srgbClr val="000000"/>
              </a:solidFill>
              <a:effectLst/>
              <a:uFillTx/>
              <a:latin typeface="Arial"/>
            </a:endParaRPr>
          </a:p>
          <a:p>
            <a:pPr algn="just" defTabSz="914400">
              <a:lnSpc>
                <a:spcPct val="100000"/>
              </a:lnSpc>
              <a:buClr>
                <a:srgbClr val="000000"/>
              </a:buClr>
              <a:buFont typeface="Symbol" charset="2"/>
              <a:buChar char=""/>
              <a:tabLst>
                <a:tab pos="0" algn="l"/>
              </a:tabLst>
            </a:pPr>
            <a:r>
              <a:rPr lang="en-US" sz="1800" b="1" u="none" strike="noStrike">
                <a:solidFill>
                  <a:schemeClr val="dk1"/>
                </a:solidFill>
                <a:effectLst/>
                <a:uFillTx/>
                <a:latin typeface="Times New Roman"/>
              </a:rPr>
              <a:t>Information Extraction</a:t>
            </a:r>
            <a:r>
              <a:rPr lang="en-US" sz="1800" b="0" u="none" strike="noStrike">
                <a:solidFill>
                  <a:schemeClr val="dk1"/>
                </a:solidFill>
                <a:effectLst/>
                <a:uFillTx/>
                <a:latin typeface="Times New Roman"/>
              </a:rPr>
              <a:t> — spaCy used to identify locations, issue categories, and urgency keywords; GeoPy converts locations to coordinates </a:t>
            </a:r>
            <a:endParaRPr lang="en-US" sz="1800" b="0" u="none" strike="noStrike">
              <a:solidFill>
                <a:srgbClr val="000000"/>
              </a:solidFill>
              <a:effectLst/>
              <a:uFillTx/>
              <a:latin typeface="Arial"/>
            </a:endParaRPr>
          </a:p>
          <a:p>
            <a:pPr algn="just" defTabSz="914400">
              <a:lnSpc>
                <a:spcPct val="100000"/>
              </a:lnSpc>
              <a:tabLst>
                <a:tab pos="0" algn="l"/>
              </a:tabLst>
            </a:pPr>
            <a:endParaRPr lang="en-US" sz="1800" b="0" u="none" strike="noStrike">
              <a:solidFill>
                <a:srgbClr val="000000"/>
              </a:solidFill>
              <a:effectLst/>
              <a:uFillTx/>
              <a:latin typeface="Arial"/>
            </a:endParaRPr>
          </a:p>
          <a:p>
            <a:pPr algn="just" defTabSz="914400">
              <a:lnSpc>
                <a:spcPct val="100000"/>
              </a:lnSpc>
              <a:buClr>
                <a:srgbClr val="000000"/>
              </a:buClr>
              <a:buFont typeface="Symbol" charset="2"/>
              <a:buChar char=""/>
              <a:tabLst>
                <a:tab pos="0" algn="l"/>
              </a:tabLst>
            </a:pPr>
            <a:r>
              <a:rPr lang="en-US" sz="1800" b="1" u="none" strike="noStrike">
                <a:solidFill>
                  <a:schemeClr val="dk1"/>
                </a:solidFill>
                <a:effectLst/>
                <a:uFillTx/>
                <a:latin typeface="Times New Roman"/>
              </a:rPr>
              <a:t>Department Classification</a:t>
            </a:r>
            <a:r>
              <a:rPr lang="en-US" sz="1800" b="0" u="none" strike="noStrike">
                <a:solidFill>
                  <a:schemeClr val="dk1"/>
                </a:solidFill>
                <a:effectLst/>
                <a:uFillTx/>
                <a:latin typeface="Times New Roman"/>
              </a:rPr>
              <a:t> — Fine-tuned DistilRoBERTa and SVM models used for multi-label classification; </a:t>
            </a:r>
            <a:endParaRPr lang="en-US" sz="1800" b="0" u="none" strike="noStrike">
              <a:solidFill>
                <a:srgbClr val="000000"/>
              </a:solidFill>
              <a:effectLst/>
              <a:uFillTx/>
              <a:latin typeface="Arial"/>
            </a:endParaRPr>
          </a:p>
          <a:p>
            <a:pPr algn="just" defTabSz="914400">
              <a:lnSpc>
                <a:spcPct val="100000"/>
              </a:lnSpc>
              <a:tabLst>
                <a:tab pos="0" algn="l"/>
              </a:tabLst>
            </a:pPr>
            <a:endParaRPr lang="en-US" sz="1800" b="0" u="none" strike="noStrike">
              <a:solidFill>
                <a:srgbClr val="000000"/>
              </a:solidFill>
              <a:effectLst/>
              <a:uFillTx/>
              <a:latin typeface="Arial"/>
            </a:endParaRPr>
          </a:p>
          <a:p>
            <a:pPr algn="just" defTabSz="914400">
              <a:lnSpc>
                <a:spcPct val="100000"/>
              </a:lnSpc>
              <a:buClr>
                <a:srgbClr val="000000"/>
              </a:buClr>
              <a:buFont typeface="Symbol" charset="2"/>
              <a:buChar char=""/>
              <a:tabLst>
                <a:tab pos="0" algn="l"/>
              </a:tabLst>
            </a:pPr>
            <a:r>
              <a:rPr lang="en-US" sz="1800" b="1" u="none" strike="noStrike">
                <a:solidFill>
                  <a:schemeClr val="dk1"/>
                </a:solidFill>
                <a:effectLst/>
                <a:uFillTx/>
                <a:latin typeface="Times New Roman"/>
              </a:rPr>
              <a:t>Ticket Generation</a:t>
            </a:r>
            <a:r>
              <a:rPr lang="en-US" sz="1800" b="0" u="none" strike="noStrike">
                <a:solidFill>
                  <a:schemeClr val="dk1"/>
                </a:solidFill>
                <a:effectLst/>
                <a:uFillTx/>
                <a:latin typeface="Times New Roman"/>
              </a:rPr>
              <a:t> — NER outputs and classification results combined into validated JSON format; RAG used to include municipal SOPs in LLM response </a:t>
            </a:r>
            <a:endParaRPr lang="en-US" sz="1800" b="0" u="none" strike="noStrike">
              <a:solidFill>
                <a:srgbClr val="000000"/>
              </a:solidFill>
              <a:effectLst/>
              <a:uFillTx/>
              <a:latin typeface="Arial"/>
            </a:endParaRPr>
          </a:p>
          <a:p>
            <a:pPr algn="just" defTabSz="914400">
              <a:lnSpc>
                <a:spcPct val="100000"/>
              </a:lnSpc>
              <a:tabLst>
                <a:tab pos="0" algn="l"/>
              </a:tabLst>
            </a:pPr>
            <a:endParaRPr lang="en-US" sz="1800" b="0" u="none" strike="noStrike">
              <a:solidFill>
                <a:srgbClr val="000000"/>
              </a:solidFill>
              <a:effectLst/>
              <a:uFillTx/>
              <a:latin typeface="Arial"/>
            </a:endParaRPr>
          </a:p>
          <a:p>
            <a:pPr algn="just" defTabSz="914400">
              <a:lnSpc>
                <a:spcPct val="100000"/>
              </a:lnSpc>
              <a:buClr>
                <a:srgbClr val="000000"/>
              </a:buClr>
              <a:buFont typeface="Symbol" charset="2"/>
              <a:buChar char=""/>
              <a:tabLst>
                <a:tab pos="0" algn="l"/>
              </a:tabLst>
            </a:pPr>
            <a:r>
              <a:rPr lang="en-US" sz="1800" b="1" u="none" strike="noStrike">
                <a:solidFill>
                  <a:schemeClr val="dk1"/>
                </a:solidFill>
                <a:effectLst/>
                <a:uFillTx/>
                <a:latin typeface="Times New Roman"/>
              </a:rPr>
              <a:t>Dashboard &amp; Routing</a:t>
            </a:r>
            <a:r>
              <a:rPr lang="en-US" sz="1800" b="0" u="none" strike="noStrike">
                <a:solidFill>
                  <a:schemeClr val="dk1"/>
                </a:solidFill>
                <a:effectLst/>
                <a:uFillTx/>
                <a:latin typeface="Times New Roman"/>
              </a:rPr>
              <a:t> — Tickets saved to PostgreSQL; metrics visualized in Streamlit; notifications sent via Slack or Microsoft Teams </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 name="PlaceHolder 1"/>
          <p:cNvSpPr>
            <a:spLocks noGrp="1"/>
          </p:cNvSpPr>
          <p:nvPr>
            <p:ph type="title"/>
          </p:nvPr>
        </p:nvSpPr>
        <p:spPr>
          <a:xfrm>
            <a:off x="1349640" y="326520"/>
            <a:ext cx="10254240" cy="505440"/>
          </a:xfrm>
          <a:prstGeom prst="rect">
            <a:avLst/>
          </a:prstGeom>
          <a:noFill/>
          <a:ln w="0">
            <a:noFill/>
          </a:ln>
        </p:spPr>
        <p:txBody>
          <a:bodyPr lIns="0" tIns="12600" rIns="0" bIns="0" anchor="t">
            <a:spAutoFit/>
          </a:bodyPr>
          <a:p>
            <a:pPr marL="12600" indent="0" algn="ctr">
              <a:lnSpc>
                <a:spcPct val="100000"/>
              </a:lnSpc>
              <a:spcBef>
                <a:spcPts val="1899"/>
              </a:spcBef>
              <a:buNone/>
              <a:tabLst>
                <a:tab pos="592560" algn="l"/>
              </a:tabLst>
            </a:pPr>
            <a:r>
              <a:rPr lang="en-US" sz="3200" b="0" u="none" strike="noStrike">
                <a:solidFill>
                  <a:schemeClr val="lt1"/>
                </a:solidFill>
                <a:effectLst/>
                <a:uFillTx/>
                <a:latin typeface="Times New Roman"/>
                <a:ea typeface="Cambria"/>
              </a:rPr>
              <a:t>Implementation</a:t>
            </a:r>
            <a:endParaRPr lang="en-US" sz="3200" b="0" u="none" strike="noStrike">
              <a:solidFill>
                <a:srgbClr val="000000"/>
              </a:solidFill>
              <a:effectLst/>
              <a:uFillTx/>
              <a:latin typeface="Calibri"/>
            </a:endParaRPr>
          </a:p>
        </p:txBody>
      </p:sp>
      <p:sp>
        <p:nvSpPr>
          <p:cNvPr id="95" name="PlaceHolder 2"/>
          <p:cNvSpPr>
            <a:spLocks noGrp="1"/>
          </p:cNvSpPr>
          <p:nvPr>
            <p:ph type="dt" idx="46"/>
          </p:nvPr>
        </p:nvSpPr>
        <p:spPr>
          <a:xfrm>
            <a:off x="179640" y="6441120"/>
            <a:ext cx="1124280" cy="436320"/>
          </a:xfrm>
          <a:prstGeom prst="rect">
            <a:avLst/>
          </a:prstGeom>
          <a:noFill/>
          <a:ln w="0">
            <a:noFill/>
          </a:ln>
        </p:spPr>
        <p:txBody>
          <a:bodyPr lIns="0" tIns="0" rIns="0" bIns="0" anchor="t">
            <a:spAutoFit/>
          </a:bodyPr>
          <a:lstStyle>
            <a:lvl1pPr marL="12600" indent="0" algn="l">
              <a:lnSpc>
                <a:spcPts val="1664"/>
              </a:lnSpc>
              <a:buNone/>
              <a:defRPr lang="en-US" sz="1600" b="1" u="none" spc="-20" strike="noStrike">
                <a:solidFill>
                  <a:srgbClr val="888888"/>
                </a:solidFill>
                <a:effectLst/>
                <a:uFillTx/>
                <a:latin typeface="Cambria"/>
              </a:defRPr>
            </a:lvl1pPr>
          </a:lstStyle>
          <a:p>
            <a:pPr marL="12600" indent="0" algn="l">
              <a:lnSpc>
                <a:spcPts val="1664"/>
              </a:lnSpc>
              <a:buNone/>
            </a:pPr>
            <a:fld id="{AC671550-3A11-445C-9D4A-952F7FDB9882}" type="datetime1">
              <a:rPr lang="en-US" sz="1600" b="1" u="none" spc="-20" strike="noStrike">
                <a:solidFill>
                  <a:srgbClr val="888888"/>
                </a:solidFill>
                <a:effectLst/>
                <a:uFillTx/>
                <a:latin typeface="Cambria"/>
              </a:rPr>
              <a:t>04/27/2026</a:t>
            </a:fld>
            <a:endParaRPr lang="en-US" sz="1600" b="0" u="none" strike="noStrike">
              <a:solidFill>
                <a:srgbClr val="000000"/>
              </a:solidFill>
              <a:effectLst/>
              <a:uFillTx/>
              <a:latin typeface="Times New Roman"/>
            </a:endParaRPr>
          </a:p>
        </p:txBody>
      </p:sp>
      <p:sp>
        <p:nvSpPr>
          <p:cNvPr id="96" name="PlaceHolder 3"/>
          <p:cNvSpPr>
            <a:spLocks noGrp="1"/>
          </p:cNvSpPr>
          <p:nvPr>
            <p:ph type="ftr" idx="47"/>
          </p:nvPr>
        </p:nvSpPr>
        <p:spPr>
          <a:xfrm>
            <a:off x="4074120" y="6441120"/>
            <a:ext cx="4679640" cy="244080"/>
          </a:xfrm>
          <a:prstGeom prst="rect">
            <a:avLst/>
          </a:prstGeom>
          <a:noFill/>
          <a:ln w="0">
            <a:noFill/>
          </a:ln>
        </p:spPr>
        <p:txBody>
          <a:bodyPr lIns="0" tIns="0" rIns="0" bIns="0" anchor="t">
            <a:spAutoFit/>
          </a:bodyPr>
          <a:lstStyle>
            <a:lvl1pPr marL="12600" indent="0" algn="l">
              <a:lnSpc>
                <a:spcPts val="1664"/>
              </a:lnSpc>
              <a:buNone/>
              <a:defRPr lang="en-US" sz="1600" b="1" u="none" spc="-11" strike="noStrike">
                <a:solidFill>
                  <a:srgbClr val="888888"/>
                </a:solidFill>
                <a:effectLst/>
                <a:uFillTx/>
                <a:latin typeface="Cambria"/>
              </a:defRPr>
            </a:lvl1pPr>
          </a:lstStyle>
          <a:p>
            <a:pPr marL="12600" indent="0" algn="l">
              <a:lnSpc>
                <a:spcPts val="1664"/>
              </a:lnSpc>
              <a:buNone/>
            </a:pPr>
            <a:r>
              <a:rPr lang="en-US" sz="1600" b="1" u="none" spc="-11" strike="noStrike">
                <a:solidFill>
                  <a:srgbClr val="888888"/>
                </a:solidFill>
                <a:effectLst/>
                <a:uFillTx/>
                <a:latin typeface="Cambria"/>
              </a:rPr>
              <a:t>Department</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of</a:t>
            </a:r>
            <a:r>
              <a:rPr lang="en-US" sz="1600" b="1" u="none" spc="-31" strike="noStrike">
                <a:solidFill>
                  <a:srgbClr val="888888"/>
                </a:solidFill>
                <a:effectLst/>
                <a:uFillTx/>
                <a:latin typeface="Cambria"/>
              </a:rPr>
              <a:t> </a:t>
            </a:r>
            <a:r>
              <a:rPr lang="en-US" sz="1600" b="1" u="none" spc="-11" strike="noStrike">
                <a:solidFill>
                  <a:srgbClr val="888888"/>
                </a:solidFill>
                <a:effectLst/>
                <a:uFillTx/>
                <a:latin typeface="Cambria"/>
              </a:rPr>
              <a:t>Information</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Science</a:t>
            </a:r>
            <a:r>
              <a:rPr lang="en-US" sz="1600" b="1" u="none" spc="-31" strike="noStrike">
                <a:solidFill>
                  <a:srgbClr val="888888"/>
                </a:solidFill>
                <a:effectLst/>
                <a:uFillTx/>
                <a:latin typeface="Cambria"/>
              </a:rPr>
              <a:t> </a:t>
            </a:r>
            <a:r>
              <a:rPr lang="en-US" sz="1600" b="1" u="none" strike="noStrike">
                <a:solidFill>
                  <a:srgbClr val="888888"/>
                </a:solidFill>
                <a:effectLst/>
                <a:uFillTx/>
                <a:latin typeface="Cambria"/>
              </a:rPr>
              <a:t>&amp;</a:t>
            </a:r>
            <a:r>
              <a:rPr lang="en-US" sz="1600" b="1" u="none" spc="-34" strike="noStrike">
                <a:solidFill>
                  <a:srgbClr val="888888"/>
                </a:solidFill>
                <a:effectLst/>
                <a:uFillTx/>
                <a:latin typeface="Cambria"/>
              </a:rPr>
              <a:t> </a:t>
            </a:r>
            <a:r>
              <a:rPr lang="en-US" sz="1600" b="1" u="none" spc="-11" strike="noStrike">
                <a:solidFill>
                  <a:srgbClr val="888888"/>
                </a:solidFill>
                <a:effectLst/>
                <a:uFillTx/>
                <a:latin typeface="Cambria"/>
              </a:rPr>
              <a:t>Engineering</a:t>
            </a:r>
            <a:endParaRPr lang="en-US" sz="1600" b="0" u="none" strike="noStrike">
              <a:solidFill>
                <a:srgbClr val="000000"/>
              </a:solidFill>
              <a:effectLst/>
              <a:uFillTx/>
              <a:latin typeface="Times New Roman"/>
            </a:endParaRPr>
          </a:p>
        </p:txBody>
      </p:sp>
      <p:sp>
        <p:nvSpPr>
          <p:cNvPr id="97" name="PlaceHolder 4"/>
          <p:cNvSpPr>
            <a:spLocks noGrp="1"/>
          </p:cNvSpPr>
          <p:nvPr>
            <p:ph type="sldNum" idx="48"/>
          </p:nvPr>
        </p:nvSpPr>
        <p:spPr>
          <a:xfrm>
            <a:off x="11841120" y="6441120"/>
            <a:ext cx="350280" cy="244080"/>
          </a:xfrm>
          <a:prstGeom prst="rect">
            <a:avLst/>
          </a:prstGeom>
          <a:noFill/>
          <a:ln w="0">
            <a:noFill/>
          </a:ln>
        </p:spPr>
        <p:txBody>
          <a:bodyPr lIns="0" tIns="0" rIns="0" bIns="0" anchor="t">
            <a:spAutoFit/>
          </a:bodyPr>
          <a:lstStyle>
            <a:lvl1pPr marL="38160" indent="0" algn="l">
              <a:lnSpc>
                <a:spcPts val="1664"/>
              </a:lnSpc>
              <a:buNone/>
              <a:defRPr lang="en-US" sz="1600" b="1" u="none" spc="-51" strike="noStrike">
                <a:solidFill>
                  <a:srgbClr val="888888"/>
                </a:solidFill>
                <a:effectLst/>
                <a:uFillTx/>
                <a:latin typeface="Cambria"/>
              </a:defRPr>
            </a:lvl1pPr>
          </a:lstStyle>
          <a:p>
            <a:pPr marL="38160" indent="0" algn="l">
              <a:lnSpc>
                <a:spcPts val="1664"/>
              </a:lnSpc>
              <a:buNone/>
            </a:pPr>
            <a:fld id="{76916BB2-DB70-462E-A871-A5302E0D4B87}" type="slidenum">
              <a:rPr lang="en-US" sz="1600" b="1" u="none" spc="-51" strike="noStrike">
                <a:solidFill>
                  <a:srgbClr val="888888"/>
                </a:solidFill>
                <a:effectLst/>
                <a:uFillTx/>
                <a:latin typeface="Cambria"/>
              </a:rPr>
              <a:t>6</a:t>
            </a:fld>
            <a:endParaRPr lang="en-US" sz="1600" b="0" u="none" strike="noStrike">
              <a:solidFill>
                <a:srgbClr val="000000"/>
              </a:solidFill>
              <a:effectLst/>
              <a:uFillTx/>
              <a:latin typeface="Times New Roman"/>
            </a:endParaRPr>
          </a:p>
        </p:txBody>
      </p:sp>
      <p:sp>
        <p:nvSpPr>
          <p:cNvPr id="98" name="TextBox 2"/>
          <p:cNvSpPr/>
          <p:nvPr/>
        </p:nvSpPr>
        <p:spPr>
          <a:xfrm>
            <a:off x="609480" y="1981080"/>
            <a:ext cx="11154960" cy="3169800"/>
          </a:xfrm>
          <a:prstGeom prst="rect">
            <a:avLst/>
          </a:prstGeom>
          <a:noFill/>
          <a:ln w="0">
            <a:noFill/>
          </a:ln>
        </p:spPr>
        <p:style>
          <a:lnRef idx="0"/>
          <a:fillRef idx="0"/>
          <a:effectRef idx="0"/>
          <a:fontRef idx="minor"/>
        </p:style>
        <p:txBody>
          <a:bodyPr lIns="90000" tIns="45000" rIns="90000" bIns="45000" anchor="t">
            <a:spAutoFit/>
          </a:bodyPr>
          <a:p>
            <a:pPr algn="just">
              <a:lnSpc>
                <a:spcPct val="100000"/>
              </a:lnSpc>
            </a:pPr>
            <a:r>
              <a:rPr lang="en-US" sz="2000" b="0" u="none" strike="noStrike">
                <a:solidFill>
                  <a:srgbClr val="000000"/>
                </a:solidFill>
                <a:effectLst/>
                <a:uFillTx/>
                <a:latin typeface="Times New Roman"/>
              </a:rPr>
              <a:t>The AI Civic Triage Assistant was implemented as a full-stack web application using Next.js for both frontend and backend development. The user interface was designed using React and styled with Tailwind CSS to create a responsive and user-friendly layout. The system allows users to submit civic complaints through an online form, which is validated before being sent to the backend via API routes. The backend processes the complaint and sends the text to an AI model for classification and triage. The AI analyzes the complaint and categorizes it into appropriate departments such as water supply, road maintenance, garbage management, or electricity services. All complaint data, along with the AI-generated category and status, is securely stored.The system ensures proper data handling, structured API communication, and scalable architecture, enabling efficient complaint management and intelligent civic issue routing.</a:t>
            </a:r>
            <a:endParaRPr lang="en-US" sz="2000" b="0" u="none" strike="noStrike">
              <a:solidFill>
                <a:srgbClr val="000000"/>
              </a:solidFill>
              <a:effectLst/>
              <a:uFillTx/>
              <a:latin typeface="Arial"/>
            </a:endParaRPr>
          </a:p>
          <a:p>
            <a:pPr>
              <a:lnSpc>
                <a:spcPct val="100000"/>
              </a:lnSpc>
            </a:pPr>
            <a:endParaRPr lang="en-US" sz="2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PlaceHolder 1"/>
          <p:cNvSpPr>
            <a:spLocks noGrp="1"/>
          </p:cNvSpPr>
          <p:nvPr>
            <p:ph type="title"/>
          </p:nvPr>
        </p:nvSpPr>
        <p:spPr>
          <a:xfrm>
            <a:off x="1349640" y="326520"/>
            <a:ext cx="10254240" cy="505440"/>
          </a:xfrm>
          <a:prstGeom prst="rect">
            <a:avLst/>
          </a:prstGeom>
          <a:noFill/>
          <a:ln w="0">
            <a:noFill/>
          </a:ln>
        </p:spPr>
        <p:txBody>
          <a:bodyPr lIns="0" tIns="12600" rIns="0" bIns="0" anchor="t">
            <a:spAutoFit/>
          </a:bodyPr>
          <a:p>
            <a:pPr marL="12600" indent="0" algn="ctr">
              <a:lnSpc>
                <a:spcPct val="100000"/>
              </a:lnSpc>
              <a:spcBef>
                <a:spcPts val="1899"/>
              </a:spcBef>
              <a:buNone/>
              <a:tabLst>
                <a:tab pos="592560" algn="l"/>
              </a:tabLst>
            </a:pPr>
            <a:r>
              <a:rPr lang="en-US" sz="3200" b="0" u="none" spc="-11" strike="noStrike">
                <a:solidFill>
                  <a:schemeClr val="lt1"/>
                </a:solidFill>
                <a:effectLst/>
                <a:uFillTx/>
                <a:latin typeface="Cambria"/>
                <a:ea typeface="Cambria"/>
              </a:rPr>
              <a:t>Testing and validation</a:t>
            </a:r>
            <a:endParaRPr lang="en-US" sz="3200" b="0" u="none" strike="noStrike">
              <a:solidFill>
                <a:srgbClr val="000000"/>
              </a:solidFill>
              <a:effectLst/>
              <a:uFillTx/>
              <a:latin typeface="Calibri"/>
            </a:endParaRPr>
          </a:p>
        </p:txBody>
      </p:sp>
      <p:sp>
        <p:nvSpPr>
          <p:cNvPr id="100" name="PlaceHolder 2"/>
          <p:cNvSpPr>
            <a:spLocks noGrp="1"/>
          </p:cNvSpPr>
          <p:nvPr>
            <p:ph type="dt" idx="49"/>
          </p:nvPr>
        </p:nvSpPr>
        <p:spPr>
          <a:xfrm>
            <a:off x="179640" y="6441120"/>
            <a:ext cx="1124280" cy="436320"/>
          </a:xfrm>
          <a:prstGeom prst="rect">
            <a:avLst/>
          </a:prstGeom>
          <a:noFill/>
          <a:ln w="0">
            <a:noFill/>
          </a:ln>
        </p:spPr>
        <p:txBody>
          <a:bodyPr lIns="0" tIns="0" rIns="0" bIns="0" anchor="t">
            <a:spAutoFit/>
          </a:bodyPr>
          <a:lstStyle>
            <a:lvl1pPr marL="12600" indent="0" algn="l">
              <a:lnSpc>
                <a:spcPts val="1664"/>
              </a:lnSpc>
              <a:buNone/>
              <a:defRPr lang="en-US" sz="1600" b="1" u="none" spc="-20" strike="noStrike">
                <a:solidFill>
                  <a:srgbClr val="888888"/>
                </a:solidFill>
                <a:effectLst/>
                <a:uFillTx/>
                <a:latin typeface="Cambria"/>
              </a:defRPr>
            </a:lvl1pPr>
          </a:lstStyle>
          <a:p>
            <a:pPr marL="12600" indent="0" algn="l">
              <a:lnSpc>
                <a:spcPts val="1664"/>
              </a:lnSpc>
              <a:buNone/>
            </a:pPr>
            <a:fld id="{9E3C3DA5-1904-47C6-94CA-A5C4F1F7B17D}" type="datetime1">
              <a:rPr lang="en-US" sz="1600" b="1" u="none" spc="-20" strike="noStrike">
                <a:solidFill>
                  <a:srgbClr val="888888"/>
                </a:solidFill>
                <a:effectLst/>
                <a:uFillTx/>
                <a:latin typeface="Cambria"/>
              </a:rPr>
              <a:t>04/27/2026</a:t>
            </a:fld>
            <a:endParaRPr lang="en-US" sz="1600" b="0" u="none" strike="noStrike">
              <a:solidFill>
                <a:srgbClr val="000000"/>
              </a:solidFill>
              <a:effectLst/>
              <a:uFillTx/>
              <a:latin typeface="Times New Roman"/>
            </a:endParaRPr>
          </a:p>
        </p:txBody>
      </p:sp>
      <p:sp>
        <p:nvSpPr>
          <p:cNvPr id="101" name="PlaceHolder 3"/>
          <p:cNvSpPr>
            <a:spLocks noGrp="1"/>
          </p:cNvSpPr>
          <p:nvPr>
            <p:ph type="ftr" idx="50"/>
          </p:nvPr>
        </p:nvSpPr>
        <p:spPr>
          <a:xfrm>
            <a:off x="4074120" y="6441120"/>
            <a:ext cx="4679640" cy="244080"/>
          </a:xfrm>
          <a:prstGeom prst="rect">
            <a:avLst/>
          </a:prstGeom>
          <a:noFill/>
          <a:ln w="0">
            <a:noFill/>
          </a:ln>
        </p:spPr>
        <p:txBody>
          <a:bodyPr lIns="0" tIns="0" rIns="0" bIns="0" anchor="t">
            <a:spAutoFit/>
          </a:bodyPr>
          <a:lstStyle>
            <a:lvl1pPr marL="12600" indent="0" algn="l">
              <a:lnSpc>
                <a:spcPts val="1664"/>
              </a:lnSpc>
              <a:buNone/>
              <a:defRPr lang="en-US" sz="1600" b="1" u="none" spc="-11" strike="noStrike">
                <a:solidFill>
                  <a:srgbClr val="888888"/>
                </a:solidFill>
                <a:effectLst/>
                <a:uFillTx/>
                <a:latin typeface="Cambria"/>
              </a:defRPr>
            </a:lvl1pPr>
          </a:lstStyle>
          <a:p>
            <a:pPr marL="12600" indent="0" algn="l">
              <a:lnSpc>
                <a:spcPts val="1664"/>
              </a:lnSpc>
              <a:buNone/>
            </a:pPr>
            <a:r>
              <a:rPr lang="en-US" sz="1600" b="1" u="none" spc="-11" strike="noStrike">
                <a:solidFill>
                  <a:srgbClr val="888888"/>
                </a:solidFill>
                <a:effectLst/>
                <a:uFillTx/>
                <a:latin typeface="Cambria"/>
              </a:rPr>
              <a:t>Department</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of</a:t>
            </a:r>
            <a:r>
              <a:rPr lang="en-US" sz="1600" b="1" u="none" spc="-31" strike="noStrike">
                <a:solidFill>
                  <a:srgbClr val="888888"/>
                </a:solidFill>
                <a:effectLst/>
                <a:uFillTx/>
                <a:latin typeface="Cambria"/>
              </a:rPr>
              <a:t> </a:t>
            </a:r>
            <a:r>
              <a:rPr lang="en-US" sz="1600" b="1" u="none" spc="-11" strike="noStrike">
                <a:solidFill>
                  <a:srgbClr val="888888"/>
                </a:solidFill>
                <a:effectLst/>
                <a:uFillTx/>
                <a:latin typeface="Cambria"/>
              </a:rPr>
              <a:t>Information</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Science</a:t>
            </a:r>
            <a:r>
              <a:rPr lang="en-US" sz="1600" b="1" u="none" spc="-31" strike="noStrike">
                <a:solidFill>
                  <a:srgbClr val="888888"/>
                </a:solidFill>
                <a:effectLst/>
                <a:uFillTx/>
                <a:latin typeface="Cambria"/>
              </a:rPr>
              <a:t> </a:t>
            </a:r>
            <a:r>
              <a:rPr lang="en-US" sz="1600" b="1" u="none" strike="noStrike">
                <a:solidFill>
                  <a:srgbClr val="888888"/>
                </a:solidFill>
                <a:effectLst/>
                <a:uFillTx/>
                <a:latin typeface="Cambria"/>
              </a:rPr>
              <a:t>&amp;</a:t>
            </a:r>
            <a:r>
              <a:rPr lang="en-US" sz="1600" b="1" u="none" spc="-34" strike="noStrike">
                <a:solidFill>
                  <a:srgbClr val="888888"/>
                </a:solidFill>
                <a:effectLst/>
                <a:uFillTx/>
                <a:latin typeface="Cambria"/>
              </a:rPr>
              <a:t> </a:t>
            </a:r>
            <a:r>
              <a:rPr lang="en-US" sz="1600" b="1" u="none" spc="-11" strike="noStrike">
                <a:solidFill>
                  <a:srgbClr val="888888"/>
                </a:solidFill>
                <a:effectLst/>
                <a:uFillTx/>
                <a:latin typeface="Cambria"/>
              </a:rPr>
              <a:t>Engineering</a:t>
            </a:r>
            <a:endParaRPr lang="en-US" sz="1600" b="0" u="none" strike="noStrike">
              <a:solidFill>
                <a:srgbClr val="000000"/>
              </a:solidFill>
              <a:effectLst/>
              <a:uFillTx/>
              <a:latin typeface="Times New Roman"/>
            </a:endParaRPr>
          </a:p>
        </p:txBody>
      </p:sp>
      <p:sp>
        <p:nvSpPr>
          <p:cNvPr id="102" name="PlaceHolder 4"/>
          <p:cNvSpPr>
            <a:spLocks noGrp="1"/>
          </p:cNvSpPr>
          <p:nvPr>
            <p:ph type="sldNum" idx="51"/>
          </p:nvPr>
        </p:nvSpPr>
        <p:spPr>
          <a:xfrm>
            <a:off x="11841120" y="6441120"/>
            <a:ext cx="350280" cy="244080"/>
          </a:xfrm>
          <a:prstGeom prst="rect">
            <a:avLst/>
          </a:prstGeom>
          <a:noFill/>
          <a:ln w="0">
            <a:noFill/>
          </a:ln>
        </p:spPr>
        <p:txBody>
          <a:bodyPr lIns="0" tIns="0" rIns="0" bIns="0" anchor="t">
            <a:spAutoFit/>
          </a:bodyPr>
          <a:lstStyle>
            <a:lvl1pPr marL="38160" indent="0" algn="l">
              <a:lnSpc>
                <a:spcPts val="1664"/>
              </a:lnSpc>
              <a:buNone/>
              <a:defRPr lang="en-US" sz="1600" b="1" u="none" spc="-51" strike="noStrike">
                <a:solidFill>
                  <a:srgbClr val="888888"/>
                </a:solidFill>
                <a:effectLst/>
                <a:uFillTx/>
                <a:latin typeface="Cambria"/>
              </a:defRPr>
            </a:lvl1pPr>
          </a:lstStyle>
          <a:p>
            <a:pPr marL="38160" indent="0" algn="l">
              <a:lnSpc>
                <a:spcPts val="1664"/>
              </a:lnSpc>
              <a:buNone/>
            </a:pPr>
            <a:fld id="{79C82B88-DA17-4133-B598-3CC8B8339A3C}" type="slidenum">
              <a:rPr lang="en-US" sz="1600" b="1" u="none" spc="-51" strike="noStrike">
                <a:solidFill>
                  <a:srgbClr val="888888"/>
                </a:solidFill>
                <a:effectLst/>
                <a:uFillTx/>
                <a:latin typeface="Cambria"/>
              </a:rPr>
              <a:t>6</a:t>
            </a:fld>
            <a:endParaRPr lang="en-US" sz="1600" b="0" u="none" strike="noStrike">
              <a:solidFill>
                <a:srgbClr val="000000"/>
              </a:solidFill>
              <a:effectLst/>
              <a:uFillTx/>
              <a:latin typeface="Times New Roman"/>
            </a:endParaRPr>
          </a:p>
        </p:txBody>
      </p:sp>
      <p:sp>
        <p:nvSpPr>
          <p:cNvPr id="103" name="TextBox 2"/>
          <p:cNvSpPr/>
          <p:nvPr/>
        </p:nvSpPr>
        <p:spPr>
          <a:xfrm>
            <a:off x="609480" y="1981080"/>
            <a:ext cx="11154960" cy="399600"/>
          </a:xfrm>
          <a:prstGeom prst="rect">
            <a:avLst/>
          </a:prstGeom>
          <a:noFill/>
          <a:ln w="0">
            <a:noFill/>
          </a:ln>
        </p:spPr>
        <p:style>
          <a:lnRef idx="0"/>
          <a:fillRef idx="0"/>
          <a:effectRef idx="0"/>
          <a:fontRef idx="minor"/>
        </p:style>
        <p:txBody>
          <a:bodyPr lIns="90000" tIns="45000" rIns="90000" bIns="45000" anchor="t">
            <a:spAutoFit/>
          </a:bodyPr>
          <a:p>
            <a:pPr algn="just">
              <a:lnSpc>
                <a:spcPct val="100000"/>
              </a:lnSpc>
            </a:pPr>
            <a:r>
              <a:rPr lang="en-US" sz="2000" b="0" u="none" strike="noStrike">
                <a:solidFill>
                  <a:srgbClr val="000000"/>
                </a:solidFill>
                <a:effectLst/>
                <a:uFillTx/>
                <a:latin typeface="Times New Roman"/>
              </a:rPr>
              <a:t>The AI Civic Triage Assistant was implemented as a full-stack web application using Next.js for both</a:t>
            </a:r>
            <a:endParaRPr lang="en-US" sz="2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PlaceHolder 1"/>
          <p:cNvSpPr>
            <a:spLocks noGrp="1"/>
          </p:cNvSpPr>
          <p:nvPr>
            <p:ph type="title"/>
          </p:nvPr>
        </p:nvSpPr>
        <p:spPr>
          <a:xfrm>
            <a:off x="1349640" y="326520"/>
            <a:ext cx="10254240" cy="505440"/>
          </a:xfrm>
          <a:prstGeom prst="rect">
            <a:avLst/>
          </a:prstGeom>
          <a:noFill/>
          <a:ln w="0">
            <a:noFill/>
          </a:ln>
        </p:spPr>
        <p:txBody>
          <a:bodyPr lIns="0" tIns="12600" rIns="0" bIns="0" anchor="t">
            <a:spAutoFit/>
          </a:bodyPr>
          <a:p>
            <a:pPr marL="12600" indent="0" algn="ctr">
              <a:lnSpc>
                <a:spcPct val="100000"/>
              </a:lnSpc>
              <a:spcBef>
                <a:spcPts val="1899"/>
              </a:spcBef>
              <a:buNone/>
              <a:tabLst>
                <a:tab pos="592560" algn="l"/>
              </a:tabLst>
            </a:pPr>
            <a:r>
              <a:rPr lang="en-US" sz="3200" b="0" u="none" spc="-11" strike="noStrike">
                <a:solidFill>
                  <a:schemeClr val="lt1"/>
                </a:solidFill>
                <a:effectLst/>
                <a:uFillTx/>
                <a:latin typeface="Times New Roman"/>
                <a:ea typeface="Cambria"/>
              </a:rPr>
              <a:t>Results and discussion</a:t>
            </a:r>
            <a:endParaRPr lang="en-US" sz="3200" b="0" u="none" strike="noStrike">
              <a:solidFill>
                <a:srgbClr val="000000"/>
              </a:solidFill>
              <a:effectLst/>
              <a:uFillTx/>
              <a:latin typeface="Calibri"/>
            </a:endParaRPr>
          </a:p>
        </p:txBody>
      </p:sp>
      <p:sp>
        <p:nvSpPr>
          <p:cNvPr id="105" name="PlaceHolder 2"/>
          <p:cNvSpPr>
            <a:spLocks noGrp="1"/>
          </p:cNvSpPr>
          <p:nvPr>
            <p:ph type="dt" idx="52"/>
          </p:nvPr>
        </p:nvSpPr>
        <p:spPr>
          <a:xfrm>
            <a:off x="179640" y="6441120"/>
            <a:ext cx="1124280" cy="436320"/>
          </a:xfrm>
          <a:prstGeom prst="rect">
            <a:avLst/>
          </a:prstGeom>
          <a:noFill/>
          <a:ln w="0">
            <a:noFill/>
          </a:ln>
        </p:spPr>
        <p:txBody>
          <a:bodyPr lIns="0" tIns="0" rIns="0" bIns="0" anchor="t">
            <a:spAutoFit/>
          </a:bodyPr>
          <a:lstStyle>
            <a:lvl1pPr marL="12600" indent="0" algn="l">
              <a:lnSpc>
                <a:spcPts val="1664"/>
              </a:lnSpc>
              <a:buNone/>
              <a:defRPr lang="en-US" sz="1600" b="1" u="none" spc="-20" strike="noStrike">
                <a:solidFill>
                  <a:srgbClr val="888888"/>
                </a:solidFill>
                <a:effectLst/>
                <a:uFillTx/>
                <a:latin typeface="Cambria"/>
              </a:defRPr>
            </a:lvl1pPr>
          </a:lstStyle>
          <a:p>
            <a:pPr marL="12600" indent="0" algn="l">
              <a:lnSpc>
                <a:spcPts val="1664"/>
              </a:lnSpc>
              <a:buNone/>
            </a:pPr>
            <a:fld id="{2EB8745D-7423-49EB-BD9B-E7694C786E2B}" type="datetime1">
              <a:rPr lang="en-US" sz="1600" b="1" u="none" spc="-20" strike="noStrike">
                <a:solidFill>
                  <a:srgbClr val="888888"/>
                </a:solidFill>
                <a:effectLst/>
                <a:uFillTx/>
                <a:latin typeface="Cambria"/>
              </a:rPr>
              <a:t>04/27/2026</a:t>
            </a:fld>
            <a:endParaRPr lang="en-US" sz="1600" b="0" u="none" strike="noStrike">
              <a:solidFill>
                <a:srgbClr val="000000"/>
              </a:solidFill>
              <a:effectLst/>
              <a:uFillTx/>
              <a:latin typeface="Times New Roman"/>
            </a:endParaRPr>
          </a:p>
        </p:txBody>
      </p:sp>
      <p:sp>
        <p:nvSpPr>
          <p:cNvPr id="106" name="PlaceHolder 3"/>
          <p:cNvSpPr>
            <a:spLocks noGrp="1"/>
          </p:cNvSpPr>
          <p:nvPr>
            <p:ph type="ftr" idx="53"/>
          </p:nvPr>
        </p:nvSpPr>
        <p:spPr>
          <a:xfrm>
            <a:off x="4074120" y="6441120"/>
            <a:ext cx="4679640" cy="244080"/>
          </a:xfrm>
          <a:prstGeom prst="rect">
            <a:avLst/>
          </a:prstGeom>
          <a:noFill/>
          <a:ln w="0">
            <a:noFill/>
          </a:ln>
        </p:spPr>
        <p:txBody>
          <a:bodyPr lIns="0" tIns="0" rIns="0" bIns="0" anchor="t">
            <a:spAutoFit/>
          </a:bodyPr>
          <a:lstStyle>
            <a:lvl1pPr marL="12600" indent="0" algn="l">
              <a:lnSpc>
                <a:spcPts val="1664"/>
              </a:lnSpc>
              <a:buNone/>
              <a:defRPr lang="en-US" sz="1600" b="1" u="none" spc="-11" strike="noStrike">
                <a:solidFill>
                  <a:srgbClr val="888888"/>
                </a:solidFill>
                <a:effectLst/>
                <a:uFillTx/>
                <a:latin typeface="Cambria"/>
              </a:defRPr>
            </a:lvl1pPr>
          </a:lstStyle>
          <a:p>
            <a:pPr marL="12600" indent="0" algn="l">
              <a:lnSpc>
                <a:spcPts val="1664"/>
              </a:lnSpc>
              <a:buNone/>
            </a:pPr>
            <a:r>
              <a:rPr lang="en-US" sz="1600" b="1" u="none" spc="-11" strike="noStrike">
                <a:solidFill>
                  <a:srgbClr val="888888"/>
                </a:solidFill>
                <a:effectLst/>
                <a:uFillTx/>
                <a:latin typeface="Cambria"/>
              </a:rPr>
              <a:t>Department</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of</a:t>
            </a:r>
            <a:r>
              <a:rPr lang="en-US" sz="1600" b="1" u="none" spc="-31" strike="noStrike">
                <a:solidFill>
                  <a:srgbClr val="888888"/>
                </a:solidFill>
                <a:effectLst/>
                <a:uFillTx/>
                <a:latin typeface="Cambria"/>
              </a:rPr>
              <a:t> </a:t>
            </a:r>
            <a:r>
              <a:rPr lang="en-US" sz="1600" b="1" u="none" spc="-11" strike="noStrike">
                <a:solidFill>
                  <a:srgbClr val="888888"/>
                </a:solidFill>
                <a:effectLst/>
                <a:uFillTx/>
                <a:latin typeface="Cambria"/>
              </a:rPr>
              <a:t>Information</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Science</a:t>
            </a:r>
            <a:r>
              <a:rPr lang="en-US" sz="1600" b="1" u="none" spc="-31" strike="noStrike">
                <a:solidFill>
                  <a:srgbClr val="888888"/>
                </a:solidFill>
                <a:effectLst/>
                <a:uFillTx/>
                <a:latin typeface="Cambria"/>
              </a:rPr>
              <a:t> </a:t>
            </a:r>
            <a:r>
              <a:rPr lang="en-US" sz="1600" b="1" u="none" strike="noStrike">
                <a:solidFill>
                  <a:srgbClr val="888888"/>
                </a:solidFill>
                <a:effectLst/>
                <a:uFillTx/>
                <a:latin typeface="Cambria"/>
              </a:rPr>
              <a:t>&amp;</a:t>
            </a:r>
            <a:r>
              <a:rPr lang="en-US" sz="1600" b="1" u="none" spc="-34" strike="noStrike">
                <a:solidFill>
                  <a:srgbClr val="888888"/>
                </a:solidFill>
                <a:effectLst/>
                <a:uFillTx/>
                <a:latin typeface="Cambria"/>
              </a:rPr>
              <a:t> </a:t>
            </a:r>
            <a:r>
              <a:rPr lang="en-US" sz="1600" b="1" u="none" spc="-11" strike="noStrike">
                <a:solidFill>
                  <a:srgbClr val="888888"/>
                </a:solidFill>
                <a:effectLst/>
                <a:uFillTx/>
                <a:latin typeface="Cambria"/>
              </a:rPr>
              <a:t>Engineering</a:t>
            </a:r>
            <a:endParaRPr lang="en-US" sz="1600" b="0" u="none" strike="noStrike">
              <a:solidFill>
                <a:srgbClr val="000000"/>
              </a:solidFill>
              <a:effectLst/>
              <a:uFillTx/>
              <a:latin typeface="Times New Roman"/>
            </a:endParaRPr>
          </a:p>
        </p:txBody>
      </p:sp>
      <p:sp>
        <p:nvSpPr>
          <p:cNvPr id="107" name="PlaceHolder 4"/>
          <p:cNvSpPr>
            <a:spLocks noGrp="1"/>
          </p:cNvSpPr>
          <p:nvPr>
            <p:ph type="sldNum" idx="54"/>
          </p:nvPr>
        </p:nvSpPr>
        <p:spPr>
          <a:xfrm>
            <a:off x="11779560" y="6483240"/>
            <a:ext cx="465120" cy="244080"/>
          </a:xfrm>
          <a:prstGeom prst="rect">
            <a:avLst/>
          </a:prstGeom>
          <a:noFill/>
          <a:ln w="0">
            <a:noFill/>
          </a:ln>
        </p:spPr>
        <p:txBody>
          <a:bodyPr lIns="0" tIns="0" rIns="0" bIns="0" anchor="t">
            <a:spAutoFit/>
          </a:bodyPr>
          <a:lstStyle>
            <a:lvl1pPr marL="38160" indent="0" algn="l">
              <a:lnSpc>
                <a:spcPts val="1664"/>
              </a:lnSpc>
              <a:buNone/>
              <a:defRPr lang="en-US" sz="1600" b="1" u="none" spc="-51" strike="noStrike">
                <a:solidFill>
                  <a:srgbClr val="888888"/>
                </a:solidFill>
                <a:effectLst/>
                <a:uFillTx/>
                <a:latin typeface="Cambria"/>
              </a:defRPr>
            </a:lvl1pPr>
          </a:lstStyle>
          <a:p>
            <a:pPr marL="38160" indent="0" algn="l">
              <a:lnSpc>
                <a:spcPts val="1664"/>
              </a:lnSpc>
              <a:buNone/>
            </a:pPr>
            <a:fld id="{1EB87ADE-43A8-41B8-A05E-EA00C0BD37BD}" type="slidenum">
              <a:rPr lang="en-US" sz="1600" b="1" u="none" spc="-51" strike="noStrike">
                <a:solidFill>
                  <a:srgbClr val="888888"/>
                </a:solidFill>
                <a:effectLst/>
                <a:uFillTx/>
                <a:latin typeface="Cambria"/>
              </a:rPr>
              <a:t>6</a:t>
            </a:fld>
            <a:endParaRPr lang="en-US" sz="1600" b="0" u="none" strike="noStrike">
              <a:solidFill>
                <a:srgbClr val="000000"/>
              </a:solidFill>
              <a:effectLst/>
              <a:uFillTx/>
              <a:latin typeface="Times New Roman"/>
            </a:endParaRPr>
          </a:p>
        </p:txBody>
      </p:sp>
      <p:graphicFrame>
        <p:nvGraphicFramePr>
          <p:cNvPr id="108" name="Table 6"/>
          <p:cNvGraphicFramePr/>
          <p:nvPr/>
        </p:nvGraphicFramePr>
        <p:xfrm>
          <a:off x="791640" y="1206000"/>
          <a:ext cx="10613520" cy="2514600"/>
        </p:xfrm>
        <a:graphic>
          <a:graphicData uri="http://schemas.openxmlformats.org/drawingml/2006/table">
            <a:tbl>
              <a:tblPr/>
              <a:tblGrid>
                <a:gridCol w="3537720"/>
                <a:gridCol w="3537720"/>
                <a:gridCol w="3537720"/>
              </a:tblGrid>
              <a:tr h="502920">
                <a:tc>
                  <a:txBody>
                    <a:bodyPr anchor="ctr">
                      <a:noAutofit/>
                    </a:bodyPr>
                    <a:p>
                      <a:pPr>
                        <a:lnSpc>
                          <a:spcPct val="100000"/>
                        </a:lnSpc>
                      </a:pPr>
                      <a:r>
                        <a:rPr lang="en-IN" sz="1800" b="1" u="none" strike="noStrike">
                          <a:solidFill>
                            <a:schemeClr val="lt1"/>
                          </a:solidFill>
                          <a:effectLst/>
                          <a:uFillTx/>
                          <a:latin typeface="Calibri"/>
                        </a:rPr>
                        <a:t>Metric</a:t>
                      </a:r>
                      <a:endParaRPr lang="en-US" sz="1800" b="0" u="none" strike="noStrike">
                        <a:solidFill>
                          <a:srgbClr val="FFFFFF"/>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nchor="ctr">
                      <a:noAutofit/>
                    </a:bodyPr>
                    <a:p>
                      <a:pPr>
                        <a:lnSpc>
                          <a:spcPct val="100000"/>
                        </a:lnSpc>
                      </a:pPr>
                      <a:r>
                        <a:rPr lang="en-IN" sz="1800" b="1" u="none" strike="noStrike">
                          <a:solidFill>
                            <a:schemeClr val="lt1"/>
                          </a:solidFill>
                          <a:effectLst/>
                          <a:uFillTx/>
                          <a:latin typeface="Calibri"/>
                        </a:rPr>
                        <a:t>Before CivicFlow</a:t>
                      </a:r>
                      <a:endParaRPr lang="en-US" sz="1800" b="0" u="none" strike="noStrike">
                        <a:solidFill>
                          <a:srgbClr val="FFFFFF"/>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nchor="ctr">
                      <a:noAutofit/>
                    </a:bodyPr>
                    <a:p>
                      <a:pPr>
                        <a:lnSpc>
                          <a:spcPct val="100000"/>
                        </a:lnSpc>
                      </a:pPr>
                      <a:r>
                        <a:rPr lang="en-IN" sz="1800" b="1" u="none" strike="noStrike">
                          <a:solidFill>
                            <a:schemeClr val="lt1"/>
                          </a:solidFill>
                          <a:effectLst/>
                          <a:uFillTx/>
                          <a:latin typeface="Calibri"/>
                        </a:rPr>
                        <a:t>After CivicFlow</a:t>
                      </a:r>
                      <a:endParaRPr lang="en-US" sz="1800" b="0" u="none" strike="noStrike">
                        <a:solidFill>
                          <a:srgbClr val="FFFFFF"/>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r>
              <a:tr h="502920">
                <a:tc>
                  <a:txBody>
                    <a:bodyPr anchor="ctr">
                      <a:noAutofit/>
                    </a:bodyPr>
                    <a:p>
                      <a:pPr>
                        <a:lnSpc>
                          <a:spcPct val="100000"/>
                        </a:lnSpc>
                      </a:pPr>
                      <a:r>
                        <a:rPr lang="en-IN" sz="1800" b="0" u="none" strike="noStrike">
                          <a:solidFill>
                            <a:schemeClr val="dk1"/>
                          </a:solidFill>
                          <a:effectLst/>
                          <a:uFillTx/>
                          <a:latin typeface="Calibri"/>
                        </a:rPr>
                        <a:t>Triage Time</a:t>
                      </a:r>
                      <a:endParaRPr lang="en-US" sz="18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40000"/>
                      </a:schemeClr>
                    </a:solidFill>
                  </a:tcPr>
                </a:tc>
                <a:tc>
                  <a:txBody>
                    <a:bodyPr anchor="ctr">
                      <a:noAutofit/>
                    </a:bodyPr>
                    <a:p>
                      <a:pPr>
                        <a:lnSpc>
                          <a:spcPct val="100000"/>
                        </a:lnSpc>
                      </a:pPr>
                      <a:r>
                        <a:rPr lang="en-IN" sz="1800" b="0" u="none" strike="noStrike">
                          <a:solidFill>
                            <a:schemeClr val="dk1"/>
                          </a:solidFill>
                          <a:effectLst/>
                          <a:uFillTx/>
                          <a:latin typeface="Calibri"/>
                        </a:rPr>
                        <a:t>2–3 days</a:t>
                      </a:r>
                      <a:endParaRPr lang="en-US" sz="18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40000"/>
                      </a:schemeClr>
                    </a:solidFill>
                  </a:tcPr>
                </a:tc>
                <a:tc>
                  <a:txBody>
                    <a:bodyPr anchor="ctr">
                      <a:noAutofit/>
                    </a:bodyPr>
                    <a:p>
                      <a:pPr>
                        <a:lnSpc>
                          <a:spcPct val="100000"/>
                        </a:lnSpc>
                      </a:pPr>
                      <a:r>
                        <a:rPr lang="en-IN" sz="1800" b="0" u="none" strike="noStrike">
                          <a:solidFill>
                            <a:schemeClr val="dk1"/>
                          </a:solidFill>
                          <a:effectLst/>
                          <a:uFillTx/>
                          <a:latin typeface="Calibri"/>
                        </a:rPr>
                        <a:t>&lt; 3 seconds</a:t>
                      </a:r>
                      <a:endParaRPr lang="en-US" sz="18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40000"/>
                      </a:schemeClr>
                    </a:solidFill>
                  </a:tcPr>
                </a:tc>
              </a:tr>
              <a:tr h="502920">
                <a:tc>
                  <a:txBody>
                    <a:bodyPr anchor="ctr">
                      <a:noAutofit/>
                    </a:bodyPr>
                    <a:p>
                      <a:pPr>
                        <a:lnSpc>
                          <a:spcPct val="100000"/>
                        </a:lnSpc>
                      </a:pPr>
                      <a:r>
                        <a:rPr lang="en-IN" sz="1800" b="0" u="none" strike="noStrike">
                          <a:solidFill>
                            <a:schemeClr val="dk1"/>
                          </a:solidFill>
                          <a:effectLst/>
                          <a:uFillTx/>
                          <a:latin typeface="Calibri"/>
                        </a:rPr>
                        <a:t>Misrouting Rate</a:t>
                      </a:r>
                      <a:endParaRPr lang="en-US" sz="18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20000"/>
                      </a:schemeClr>
                    </a:solidFill>
                  </a:tcPr>
                </a:tc>
                <a:tc>
                  <a:txBody>
                    <a:bodyPr anchor="ctr">
                      <a:noAutofit/>
                    </a:bodyPr>
                    <a:p>
                      <a:pPr>
                        <a:lnSpc>
                          <a:spcPct val="100000"/>
                        </a:lnSpc>
                      </a:pPr>
                      <a:r>
                        <a:rPr lang="en-IN" sz="1800" b="0" u="none" strike="noStrike">
                          <a:solidFill>
                            <a:schemeClr val="dk1"/>
                          </a:solidFill>
                          <a:effectLst/>
                          <a:uFillTx/>
                          <a:latin typeface="Calibri"/>
                        </a:rPr>
                        <a:t>~30%</a:t>
                      </a:r>
                      <a:endParaRPr lang="en-US" sz="18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20000"/>
                      </a:schemeClr>
                    </a:solidFill>
                  </a:tcPr>
                </a:tc>
                <a:tc>
                  <a:txBody>
                    <a:bodyPr anchor="ctr">
                      <a:noAutofit/>
                    </a:bodyPr>
                    <a:p>
                      <a:pPr>
                        <a:lnSpc>
                          <a:spcPct val="100000"/>
                        </a:lnSpc>
                      </a:pPr>
                      <a:r>
                        <a:rPr lang="en-IN" sz="1800" b="0" u="none" strike="noStrike">
                          <a:solidFill>
                            <a:schemeClr val="dk1"/>
                          </a:solidFill>
                          <a:effectLst/>
                          <a:uFillTx/>
                          <a:latin typeface="Calibri"/>
                        </a:rPr>
                        <a:t>&lt; 15%</a:t>
                      </a:r>
                      <a:endParaRPr lang="en-US" sz="18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20000"/>
                      </a:schemeClr>
                    </a:solidFill>
                  </a:tcPr>
                </a:tc>
              </a:tr>
              <a:tr h="502920">
                <a:tc>
                  <a:txBody>
                    <a:bodyPr anchor="ctr">
                      <a:noAutofit/>
                    </a:bodyPr>
                    <a:p>
                      <a:pPr>
                        <a:lnSpc>
                          <a:spcPct val="100000"/>
                        </a:lnSpc>
                      </a:pPr>
                      <a:r>
                        <a:rPr lang="en-IN" sz="1800" b="0" u="none" strike="noStrike">
                          <a:solidFill>
                            <a:schemeClr val="dk1"/>
                          </a:solidFill>
                          <a:effectLst/>
                          <a:uFillTx/>
                          <a:latin typeface="Calibri"/>
                        </a:rPr>
                        <a:t>SLA Breaches</a:t>
                      </a:r>
                      <a:endParaRPr lang="en-US" sz="18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40000"/>
                      </a:schemeClr>
                    </a:solidFill>
                  </a:tcPr>
                </a:tc>
                <a:tc>
                  <a:txBody>
                    <a:bodyPr anchor="ctr">
                      <a:noAutofit/>
                    </a:bodyPr>
                    <a:p>
                      <a:pPr>
                        <a:lnSpc>
                          <a:spcPct val="100000"/>
                        </a:lnSpc>
                      </a:pPr>
                      <a:r>
                        <a:rPr lang="en-IN" sz="1800" b="0" u="none" strike="noStrike">
                          <a:solidFill>
                            <a:schemeClr val="dk1"/>
                          </a:solidFill>
                          <a:effectLst/>
                          <a:uFillTx/>
                          <a:latin typeface="Calibri"/>
                        </a:rPr>
                        <a:t>40%</a:t>
                      </a:r>
                      <a:endParaRPr lang="en-US" sz="18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40000"/>
                      </a:schemeClr>
                    </a:solidFill>
                  </a:tcPr>
                </a:tc>
                <a:tc>
                  <a:txBody>
                    <a:bodyPr anchor="ctr">
                      <a:noAutofit/>
                    </a:bodyPr>
                    <a:p>
                      <a:pPr>
                        <a:lnSpc>
                          <a:spcPct val="100000"/>
                        </a:lnSpc>
                      </a:pPr>
                      <a:r>
                        <a:rPr lang="en-IN" sz="1800" b="0" u="none" strike="noStrike">
                          <a:solidFill>
                            <a:schemeClr val="dk1"/>
                          </a:solidFill>
                          <a:effectLst/>
                          <a:uFillTx/>
                          <a:latin typeface="Calibri"/>
                        </a:rPr>
                        <a:t>Real-time monitored</a:t>
                      </a:r>
                      <a:endParaRPr lang="en-US" sz="18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40000"/>
                      </a:schemeClr>
                    </a:solidFill>
                  </a:tcPr>
                </a:tc>
              </a:tr>
              <a:tr h="502920">
                <a:tc>
                  <a:txBody>
                    <a:bodyPr anchor="ctr">
                      <a:noAutofit/>
                    </a:bodyPr>
                    <a:p>
                      <a:pPr>
                        <a:lnSpc>
                          <a:spcPct val="100000"/>
                        </a:lnSpc>
                      </a:pPr>
                      <a:r>
                        <a:rPr lang="en-IN" sz="1800" b="0" u="none" strike="noStrike">
                          <a:solidFill>
                            <a:schemeClr val="dk1"/>
                          </a:solidFill>
                          <a:effectLst/>
                          <a:uFillTx/>
                          <a:latin typeface="Calibri"/>
                        </a:rPr>
                        <a:t>Routing Accuracy</a:t>
                      </a:r>
                      <a:endParaRPr lang="en-US" sz="18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20000"/>
                      </a:schemeClr>
                    </a:solidFill>
                  </a:tcPr>
                </a:tc>
                <a:tc>
                  <a:txBody>
                    <a:bodyPr anchor="ctr">
                      <a:noAutofit/>
                    </a:bodyPr>
                    <a:p>
                      <a:pPr>
                        <a:lnSpc>
                          <a:spcPct val="100000"/>
                        </a:lnSpc>
                      </a:pPr>
                      <a:r>
                        <a:rPr lang="en-IN" sz="1800" b="0" u="none" strike="noStrike">
                          <a:solidFill>
                            <a:schemeClr val="dk1"/>
                          </a:solidFill>
                          <a:effectLst/>
                          <a:uFillTx/>
                          <a:latin typeface="Calibri"/>
                        </a:rPr>
                        <a:t>Manual, error-prone</a:t>
                      </a:r>
                      <a:endParaRPr lang="en-US" sz="18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20000"/>
                      </a:schemeClr>
                    </a:solidFill>
                  </a:tcPr>
                </a:tc>
                <a:tc>
                  <a:txBody>
                    <a:bodyPr anchor="ctr">
                      <a:noAutofit/>
                    </a:bodyPr>
                    <a:p>
                      <a:pPr>
                        <a:lnSpc>
                          <a:spcPct val="100000"/>
                        </a:lnSpc>
                      </a:pPr>
                      <a:r>
                        <a:rPr lang="en-IN" sz="1800" b="0" u="none" strike="noStrike">
                          <a:solidFill>
                            <a:schemeClr val="dk1"/>
                          </a:solidFill>
                          <a:effectLst/>
                          <a:uFillTx/>
                          <a:latin typeface="Calibri"/>
                        </a:rPr>
                        <a:t>≥ 85%</a:t>
                      </a:r>
                      <a:endParaRPr lang="en-US" sz="18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tint val="20000"/>
                      </a:schemeClr>
                    </a:solidFill>
                  </a:tcPr>
                </a:tc>
              </a:tr>
            </a:tbl>
          </a:graphicData>
        </a:graphic>
      </p:graphicFrame>
      <p:sp>
        <p:nvSpPr>
          <p:cNvPr id="109" name="Rectangle 1"/>
          <p:cNvSpPr/>
          <p:nvPr/>
        </p:nvSpPr>
        <p:spPr>
          <a:xfrm>
            <a:off x="759600" y="3886200"/>
            <a:ext cx="10857240" cy="1908000"/>
          </a:xfrm>
          <a:prstGeom prst="rect">
            <a:avLst/>
          </a:prstGeom>
          <a:noFill/>
          <a:ln w="0">
            <a:noFill/>
          </a:ln>
        </p:spPr>
        <p:style>
          <a:lnRef idx="0"/>
          <a:fillRef idx="0"/>
          <a:effectRef idx="0"/>
          <a:fontRef idx="minor"/>
        </p:style>
        <p:txBody>
          <a:bodyPr numCol="1" spcCol="0" wrap="none" anchor="ctr">
            <a:spAutoFit/>
          </a:bodyPr>
          <a:p>
            <a:pPr defTabSz="914400">
              <a:lnSpc>
                <a:spcPct val="100000"/>
              </a:lnSpc>
              <a:tabLst>
                <a:tab pos="0" algn="l"/>
              </a:tabLst>
            </a:pPr>
            <a:endParaRPr lang="en-US" sz="1800" b="0" u="none" strike="noStrike">
              <a:solidFill>
                <a:srgbClr val="000000"/>
              </a:solidFill>
              <a:effectLst/>
              <a:uFillTx/>
              <a:latin typeface="Arial"/>
            </a:endParaRPr>
          </a:p>
          <a:p>
            <a:pPr algn="just" defTabSz="914400">
              <a:lnSpc>
                <a:spcPct val="100000"/>
              </a:lnSpc>
              <a:buClr>
                <a:srgbClr val="000000"/>
              </a:buClr>
              <a:buFont typeface="Symbol" charset="2"/>
              <a:buChar char=""/>
              <a:tabLst>
                <a:tab pos="0" algn="l"/>
              </a:tabLst>
            </a:pPr>
            <a:r>
              <a:rPr lang="en-US" sz="2000" b="0" u="none" strike="noStrike">
                <a:solidFill>
                  <a:schemeClr val="dk1"/>
                </a:solidFill>
                <a:effectLst/>
                <a:uFillTx/>
                <a:latin typeface="Times New Roman"/>
              </a:rPr>
              <a:t> RAG integration ensures tickets are aligned with the latest municipal policies and past case resolutions </a:t>
            </a:r>
            <a:endParaRPr lang="en-US" sz="2000" b="0" u="none" strike="noStrike">
              <a:solidFill>
                <a:srgbClr val="000000"/>
              </a:solidFill>
              <a:effectLst/>
              <a:uFillTx/>
              <a:latin typeface="Arial"/>
            </a:endParaRPr>
          </a:p>
          <a:p>
            <a:pPr algn="just" defTabSz="914400">
              <a:lnSpc>
                <a:spcPct val="100000"/>
              </a:lnSpc>
              <a:buClr>
                <a:srgbClr val="000000"/>
              </a:buClr>
              <a:buFont typeface="Symbol" charset="2"/>
              <a:buChar char=""/>
              <a:tabLst>
                <a:tab pos="0" algn="l"/>
              </a:tabLst>
            </a:pPr>
            <a:r>
              <a:rPr lang="en-US" sz="2000" b="0" u="none" strike="noStrike">
                <a:solidFill>
                  <a:schemeClr val="dk1"/>
                </a:solidFill>
                <a:effectLst/>
                <a:uFillTx/>
                <a:latin typeface="Times New Roman"/>
              </a:rPr>
              <a:t> Multimodal fusion significantly increases complaint coverage compared to text-only systems </a:t>
            </a:r>
            <a:endParaRPr lang="en-US" sz="2000" b="0" u="none" strike="noStrike">
              <a:solidFill>
                <a:srgbClr val="000000"/>
              </a:solidFill>
              <a:effectLst/>
              <a:uFillTx/>
              <a:latin typeface="Arial"/>
            </a:endParaRPr>
          </a:p>
          <a:p>
            <a:pPr algn="just" defTabSz="914400">
              <a:lnSpc>
                <a:spcPct val="100000"/>
              </a:lnSpc>
              <a:buClr>
                <a:srgbClr val="000000"/>
              </a:buClr>
              <a:buFont typeface="Symbol" charset="2"/>
              <a:buChar char=""/>
              <a:tabLst>
                <a:tab pos="0" algn="l"/>
              </a:tabLst>
            </a:pPr>
            <a:r>
              <a:rPr lang="en-US" sz="2000" b="0" u="none" strike="noStrike">
                <a:solidFill>
                  <a:schemeClr val="dk1"/>
                </a:solidFill>
                <a:effectLst/>
                <a:uFillTx/>
                <a:latin typeface="Times New Roman"/>
              </a:rPr>
              <a:t> Continuous feedback loop allows the model to </a:t>
            </a:r>
            <a:r>
              <a:rPr lang="en-US" sz="2000" b="1" u="none" strike="noStrike">
                <a:solidFill>
                  <a:schemeClr val="dk1"/>
                </a:solidFill>
                <a:effectLst/>
                <a:uFillTx/>
                <a:latin typeface="Times New Roman"/>
              </a:rPr>
              <a:t>self-improve</a:t>
            </a:r>
            <a:r>
              <a:rPr lang="en-US" sz="2000" b="0" u="none" strike="noStrike">
                <a:solidFill>
                  <a:schemeClr val="dk1"/>
                </a:solidFill>
                <a:effectLst/>
                <a:uFillTx/>
                <a:latin typeface="Times New Roman"/>
              </a:rPr>
              <a:t> from officer corrections nightly </a:t>
            </a:r>
            <a:endParaRPr lang="en-US" sz="2000" b="0" u="none" strike="noStrike">
              <a:solidFill>
                <a:srgbClr val="000000"/>
              </a:solidFill>
              <a:effectLst/>
              <a:uFillTx/>
              <a:latin typeface="Arial"/>
            </a:endParaRPr>
          </a:p>
          <a:p>
            <a:pPr algn="just" defTabSz="914400">
              <a:lnSpc>
                <a:spcPct val="100000"/>
              </a:lnSpc>
              <a:buClr>
                <a:srgbClr val="000000"/>
              </a:buClr>
              <a:buFont typeface="Symbol" charset="2"/>
              <a:buChar char=""/>
              <a:tabLst>
                <a:tab pos="0" algn="l"/>
              </a:tabLst>
            </a:pPr>
            <a:r>
              <a:rPr lang="en-US" sz="2000" b="0" u="none" strike="noStrike">
                <a:solidFill>
                  <a:schemeClr val="dk1"/>
                </a:solidFill>
                <a:effectLst/>
                <a:uFillTx/>
                <a:latin typeface="Times New Roman"/>
              </a:rPr>
              <a:t> Architecture proved </a:t>
            </a:r>
            <a:r>
              <a:rPr lang="en-US" sz="2000" b="1" u="none" strike="noStrike">
                <a:solidFill>
                  <a:schemeClr val="dk1"/>
                </a:solidFill>
                <a:effectLst/>
                <a:uFillTx/>
                <a:latin typeface="Times New Roman"/>
              </a:rPr>
              <a:t>scalable and replicable</a:t>
            </a:r>
            <a:r>
              <a:rPr lang="en-US" sz="2000" b="0" u="none" strike="noStrike">
                <a:solidFill>
                  <a:schemeClr val="dk1"/>
                </a:solidFill>
                <a:effectLst/>
                <a:uFillTx/>
                <a:latin typeface="Times New Roman"/>
              </a:rPr>
              <a:t> across different municipalities and institutions </a:t>
            </a:r>
            <a:endParaRPr lang="en-US" sz="2000" b="0" u="none" strike="noStrike">
              <a:solidFill>
                <a:srgbClr val="000000"/>
              </a:solidFill>
              <a:effectLst/>
              <a:uFillTx/>
              <a:latin typeface="Arial"/>
            </a:endParaRPr>
          </a:p>
          <a:p>
            <a:pPr algn="just" defTabSz="914400">
              <a:lnSpc>
                <a:spcPct val="100000"/>
              </a:lnSpc>
              <a:buClr>
                <a:srgbClr val="000000"/>
              </a:buClr>
              <a:buFont typeface="Symbol" charset="2"/>
              <a:buChar char=""/>
              <a:tabLst>
                <a:tab pos="0" algn="l"/>
              </a:tabLst>
            </a:pPr>
            <a:r>
              <a:rPr lang="en-US" sz="2000" b="0" u="none" strike="noStrike">
                <a:solidFill>
                  <a:schemeClr val="dk1"/>
                </a:solidFill>
                <a:effectLst/>
                <a:uFillTx/>
                <a:latin typeface="Times New Roman"/>
              </a:rPr>
              <a:t> Multilingual support removes language barriers and makes the system </a:t>
            </a:r>
            <a:r>
              <a:rPr lang="en-US" sz="2000" b="1" u="none" strike="noStrike">
                <a:solidFill>
                  <a:schemeClr val="dk1"/>
                </a:solidFill>
                <a:effectLst/>
                <a:uFillTx/>
                <a:latin typeface="Times New Roman"/>
              </a:rPr>
              <a:t>inclusive for all citizens</a:t>
            </a:r>
            <a:r>
              <a:rPr lang="en-US" sz="2000" b="0" u="none" strike="noStrike">
                <a:solidFill>
                  <a:schemeClr val="dk1"/>
                </a:solidFill>
                <a:effectLst/>
                <a:uFillTx/>
                <a:latin typeface="Times New Roman"/>
              </a:rPr>
              <a:t> </a:t>
            </a:r>
            <a:endParaRPr lang="en-US" sz="2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0" name="PlaceHolder 1"/>
          <p:cNvSpPr>
            <a:spLocks noGrp="1"/>
          </p:cNvSpPr>
          <p:nvPr>
            <p:ph type="title"/>
          </p:nvPr>
        </p:nvSpPr>
        <p:spPr>
          <a:xfrm>
            <a:off x="1349640" y="326520"/>
            <a:ext cx="10254240" cy="505440"/>
          </a:xfrm>
          <a:prstGeom prst="rect">
            <a:avLst/>
          </a:prstGeom>
          <a:noFill/>
          <a:ln w="0">
            <a:noFill/>
          </a:ln>
        </p:spPr>
        <p:txBody>
          <a:bodyPr lIns="0" tIns="12600" rIns="0" bIns="0" anchor="t">
            <a:spAutoFit/>
          </a:bodyPr>
          <a:p>
            <a:pPr marL="12600" indent="0" algn="ctr">
              <a:lnSpc>
                <a:spcPct val="100000"/>
              </a:lnSpc>
              <a:spcBef>
                <a:spcPts val="1899"/>
              </a:spcBef>
              <a:buNone/>
              <a:tabLst>
                <a:tab pos="592560" algn="l"/>
              </a:tabLst>
            </a:pPr>
            <a:r>
              <a:rPr lang="en-US" sz="3200" b="0" u="none" spc="-11" strike="noStrike">
                <a:solidFill>
                  <a:schemeClr val="lt1"/>
                </a:solidFill>
                <a:effectLst/>
                <a:uFillTx/>
                <a:latin typeface="Cambria"/>
                <a:ea typeface="Cambria"/>
              </a:rPr>
              <a:t>Conclusion &amp; Future work</a:t>
            </a:r>
            <a:endParaRPr lang="en-US" sz="3200" b="0" u="none" strike="noStrike">
              <a:solidFill>
                <a:srgbClr val="000000"/>
              </a:solidFill>
              <a:effectLst/>
              <a:uFillTx/>
              <a:latin typeface="Calibri"/>
            </a:endParaRPr>
          </a:p>
        </p:txBody>
      </p:sp>
      <p:sp>
        <p:nvSpPr>
          <p:cNvPr id="111" name="PlaceHolder 2"/>
          <p:cNvSpPr>
            <a:spLocks noGrp="1"/>
          </p:cNvSpPr>
          <p:nvPr>
            <p:ph type="dt" idx="55"/>
          </p:nvPr>
        </p:nvSpPr>
        <p:spPr>
          <a:xfrm>
            <a:off x="179640" y="6441120"/>
            <a:ext cx="1124280" cy="436320"/>
          </a:xfrm>
          <a:prstGeom prst="rect">
            <a:avLst/>
          </a:prstGeom>
          <a:noFill/>
          <a:ln w="0">
            <a:noFill/>
          </a:ln>
        </p:spPr>
        <p:txBody>
          <a:bodyPr lIns="0" tIns="0" rIns="0" bIns="0" anchor="t">
            <a:spAutoFit/>
          </a:bodyPr>
          <a:lstStyle>
            <a:lvl1pPr marL="12600" indent="0" algn="l">
              <a:lnSpc>
                <a:spcPts val="1664"/>
              </a:lnSpc>
              <a:buNone/>
              <a:defRPr lang="en-US" sz="1600" b="1" u="none" spc="-20" strike="noStrike">
                <a:solidFill>
                  <a:srgbClr val="888888"/>
                </a:solidFill>
                <a:effectLst/>
                <a:uFillTx/>
                <a:latin typeface="Cambria"/>
              </a:defRPr>
            </a:lvl1pPr>
          </a:lstStyle>
          <a:p>
            <a:pPr marL="12600" indent="0" algn="l">
              <a:lnSpc>
                <a:spcPts val="1664"/>
              </a:lnSpc>
              <a:buNone/>
            </a:pPr>
            <a:fld id="{88F48102-0D71-4CAD-BBAF-443FD5ED7D63}" type="datetime1">
              <a:rPr lang="en-US" sz="1600" b="1" u="none" spc="-20" strike="noStrike">
                <a:solidFill>
                  <a:srgbClr val="888888"/>
                </a:solidFill>
                <a:effectLst/>
                <a:uFillTx/>
                <a:latin typeface="Cambria"/>
              </a:rPr>
              <a:t>04/27/2026</a:t>
            </a:fld>
            <a:endParaRPr lang="en-US" sz="1600" b="0" u="none" strike="noStrike">
              <a:solidFill>
                <a:srgbClr val="000000"/>
              </a:solidFill>
              <a:effectLst/>
              <a:uFillTx/>
              <a:latin typeface="Times New Roman"/>
            </a:endParaRPr>
          </a:p>
        </p:txBody>
      </p:sp>
      <p:sp>
        <p:nvSpPr>
          <p:cNvPr id="112" name="PlaceHolder 3"/>
          <p:cNvSpPr>
            <a:spLocks noGrp="1"/>
          </p:cNvSpPr>
          <p:nvPr>
            <p:ph type="ftr" idx="56"/>
          </p:nvPr>
        </p:nvSpPr>
        <p:spPr>
          <a:xfrm>
            <a:off x="4074120" y="6441120"/>
            <a:ext cx="4679640" cy="244080"/>
          </a:xfrm>
          <a:prstGeom prst="rect">
            <a:avLst/>
          </a:prstGeom>
          <a:noFill/>
          <a:ln w="0">
            <a:noFill/>
          </a:ln>
        </p:spPr>
        <p:txBody>
          <a:bodyPr lIns="0" tIns="0" rIns="0" bIns="0" anchor="t">
            <a:spAutoFit/>
          </a:bodyPr>
          <a:lstStyle>
            <a:lvl1pPr marL="12600" indent="0" algn="l">
              <a:lnSpc>
                <a:spcPts val="1664"/>
              </a:lnSpc>
              <a:buNone/>
              <a:defRPr lang="en-US" sz="1600" b="1" u="none" spc="-11" strike="noStrike">
                <a:solidFill>
                  <a:srgbClr val="888888"/>
                </a:solidFill>
                <a:effectLst/>
                <a:uFillTx/>
                <a:latin typeface="Cambria"/>
              </a:defRPr>
            </a:lvl1pPr>
          </a:lstStyle>
          <a:p>
            <a:pPr marL="12600" indent="0" algn="l">
              <a:lnSpc>
                <a:spcPts val="1664"/>
              </a:lnSpc>
              <a:buNone/>
            </a:pPr>
            <a:r>
              <a:rPr lang="en-US" sz="1600" b="1" u="none" spc="-11" strike="noStrike">
                <a:solidFill>
                  <a:srgbClr val="888888"/>
                </a:solidFill>
                <a:effectLst/>
                <a:uFillTx/>
                <a:latin typeface="Cambria"/>
              </a:rPr>
              <a:t>Department</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of</a:t>
            </a:r>
            <a:r>
              <a:rPr lang="en-US" sz="1600" b="1" u="none" spc="-31" strike="noStrike">
                <a:solidFill>
                  <a:srgbClr val="888888"/>
                </a:solidFill>
                <a:effectLst/>
                <a:uFillTx/>
                <a:latin typeface="Cambria"/>
              </a:rPr>
              <a:t> </a:t>
            </a:r>
            <a:r>
              <a:rPr lang="en-US" sz="1600" b="1" u="none" spc="-11" strike="noStrike">
                <a:solidFill>
                  <a:srgbClr val="888888"/>
                </a:solidFill>
                <a:effectLst/>
                <a:uFillTx/>
                <a:latin typeface="Cambria"/>
              </a:rPr>
              <a:t>Information</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Science</a:t>
            </a:r>
            <a:r>
              <a:rPr lang="en-US" sz="1600" b="1" u="none" spc="-31" strike="noStrike">
                <a:solidFill>
                  <a:srgbClr val="888888"/>
                </a:solidFill>
                <a:effectLst/>
                <a:uFillTx/>
                <a:latin typeface="Cambria"/>
              </a:rPr>
              <a:t> </a:t>
            </a:r>
            <a:r>
              <a:rPr lang="en-US" sz="1600" b="1" u="none" strike="noStrike">
                <a:solidFill>
                  <a:srgbClr val="888888"/>
                </a:solidFill>
                <a:effectLst/>
                <a:uFillTx/>
                <a:latin typeface="Cambria"/>
              </a:rPr>
              <a:t>&amp;</a:t>
            </a:r>
            <a:r>
              <a:rPr lang="en-US" sz="1600" b="1" u="none" spc="-34" strike="noStrike">
                <a:solidFill>
                  <a:srgbClr val="888888"/>
                </a:solidFill>
                <a:effectLst/>
                <a:uFillTx/>
                <a:latin typeface="Cambria"/>
              </a:rPr>
              <a:t> </a:t>
            </a:r>
            <a:r>
              <a:rPr lang="en-US" sz="1600" b="1" u="none" spc="-11" strike="noStrike">
                <a:solidFill>
                  <a:srgbClr val="888888"/>
                </a:solidFill>
                <a:effectLst/>
                <a:uFillTx/>
                <a:latin typeface="Cambria"/>
              </a:rPr>
              <a:t>Engineering</a:t>
            </a:r>
            <a:endParaRPr lang="en-US" sz="1600" b="0" u="none" strike="noStrike">
              <a:solidFill>
                <a:srgbClr val="000000"/>
              </a:solidFill>
              <a:effectLst/>
              <a:uFillTx/>
              <a:latin typeface="Times New Roman"/>
            </a:endParaRPr>
          </a:p>
        </p:txBody>
      </p:sp>
      <p:sp>
        <p:nvSpPr>
          <p:cNvPr id="113" name="PlaceHolder 4"/>
          <p:cNvSpPr>
            <a:spLocks noGrp="1"/>
          </p:cNvSpPr>
          <p:nvPr>
            <p:ph type="sldNum" idx="57"/>
          </p:nvPr>
        </p:nvSpPr>
        <p:spPr>
          <a:xfrm>
            <a:off x="11802600" y="6441120"/>
            <a:ext cx="465120" cy="244080"/>
          </a:xfrm>
          <a:prstGeom prst="rect">
            <a:avLst/>
          </a:prstGeom>
          <a:noFill/>
          <a:ln w="0">
            <a:noFill/>
          </a:ln>
        </p:spPr>
        <p:txBody>
          <a:bodyPr lIns="0" tIns="0" rIns="0" bIns="0" anchor="t">
            <a:spAutoFit/>
          </a:bodyPr>
          <a:lstStyle>
            <a:lvl1pPr marL="38160" indent="0" algn="l">
              <a:lnSpc>
                <a:spcPts val="1664"/>
              </a:lnSpc>
              <a:buNone/>
              <a:defRPr lang="en-US" sz="1600" b="1" u="none" spc="-51" strike="noStrike">
                <a:solidFill>
                  <a:srgbClr val="888888"/>
                </a:solidFill>
                <a:effectLst/>
                <a:uFillTx/>
                <a:latin typeface="Cambria"/>
              </a:defRPr>
            </a:lvl1pPr>
          </a:lstStyle>
          <a:p>
            <a:pPr marL="38160" indent="0" algn="l">
              <a:lnSpc>
                <a:spcPts val="1664"/>
              </a:lnSpc>
              <a:buNone/>
            </a:pPr>
            <a:fld id="{92C0F966-ABF4-4BFC-B0E0-38B7218CC3B2}" type="slidenum">
              <a:rPr lang="en-US" sz="1600" b="1" u="none" spc="-51" strike="noStrike">
                <a:solidFill>
                  <a:srgbClr val="888888"/>
                </a:solidFill>
                <a:effectLst/>
                <a:uFillTx/>
                <a:latin typeface="Cambria"/>
              </a:rPr>
              <a:t>6</a:t>
            </a:fld>
            <a:endParaRPr lang="en-US" sz="1600" b="0" u="none" strike="noStrike">
              <a:solidFill>
                <a:srgbClr val="000000"/>
              </a:solidFill>
              <a:effectLst/>
              <a:uFillTx/>
              <a:latin typeface="Times New Roman"/>
            </a:endParaRPr>
          </a:p>
        </p:txBody>
      </p:sp>
      <p:sp>
        <p:nvSpPr>
          <p:cNvPr id="114" name="Rectangle 1"/>
          <p:cNvSpPr/>
          <p:nvPr/>
        </p:nvSpPr>
        <p:spPr>
          <a:xfrm>
            <a:off x="355320" y="1619640"/>
            <a:ext cx="11658240" cy="2246400"/>
          </a:xfrm>
          <a:prstGeom prst="rect">
            <a:avLst/>
          </a:prstGeom>
          <a:noFill/>
          <a:ln w="0">
            <a:noFill/>
          </a:ln>
        </p:spPr>
        <p:style>
          <a:lnRef idx="0"/>
          <a:fillRef idx="0"/>
          <a:effectRef idx="0"/>
          <a:fontRef idx="minor"/>
        </p:style>
        <p:txBody>
          <a:bodyPr numCol="1" spcCol="0" anchor="ctr">
            <a:spAutoFit/>
          </a:bodyPr>
          <a:p>
            <a:pPr algn="just" defTabSz="914400">
              <a:lnSpc>
                <a:spcPct val="100000"/>
              </a:lnSpc>
              <a:tabLst>
                <a:tab pos="0" algn="l"/>
              </a:tabLst>
            </a:pPr>
            <a:r>
              <a:rPr lang="en-US" sz="2000" b="1" u="none" strike="noStrike">
                <a:solidFill>
                  <a:schemeClr val="dk1"/>
                </a:solidFill>
                <a:effectLst/>
                <a:uFillTx/>
                <a:latin typeface="Times New Roman"/>
              </a:rPr>
              <a:t>Conclusion</a:t>
            </a:r>
            <a:endParaRPr lang="en-US" sz="2000" b="0" u="none" strike="noStrike">
              <a:solidFill>
                <a:srgbClr val="000000"/>
              </a:solidFill>
              <a:effectLst/>
              <a:uFillTx/>
              <a:latin typeface="Arial"/>
            </a:endParaRPr>
          </a:p>
          <a:p>
            <a:pPr algn="just" defTabSz="914400">
              <a:lnSpc>
                <a:spcPct val="100000"/>
              </a:lnSpc>
              <a:buClr>
                <a:srgbClr val="000000"/>
              </a:buClr>
              <a:buFont typeface="Symbol" charset="2"/>
              <a:buChar char=""/>
              <a:tabLst>
                <a:tab pos="0" algn="l"/>
              </a:tabLst>
            </a:pPr>
            <a:r>
              <a:rPr lang="en-US" sz="2000" b="0" u="none" strike="noStrike">
                <a:solidFill>
                  <a:schemeClr val="dk1"/>
                </a:solidFill>
                <a:effectLst/>
                <a:uFillTx/>
                <a:latin typeface="Times New Roman"/>
              </a:rPr>
              <a:t>CivicFlow successfully demonstrates how LLMs, NLP, and Multimodal AI can transform unstructured citizen complaints into structured, actionable government tickets </a:t>
            </a:r>
            <a:endParaRPr lang="en-US" sz="2000" b="0" u="none" strike="noStrike">
              <a:solidFill>
                <a:srgbClr val="000000"/>
              </a:solidFill>
              <a:effectLst/>
              <a:uFillTx/>
              <a:latin typeface="Arial"/>
            </a:endParaRPr>
          </a:p>
          <a:p>
            <a:pPr algn="just" defTabSz="914400">
              <a:lnSpc>
                <a:spcPct val="100000"/>
              </a:lnSpc>
              <a:buClr>
                <a:srgbClr val="000000"/>
              </a:buClr>
              <a:buFont typeface="Symbol" charset="2"/>
              <a:buChar char=""/>
              <a:tabLst>
                <a:tab pos="0" algn="l"/>
              </a:tabLst>
            </a:pPr>
            <a:r>
              <a:rPr lang="en-US" sz="2000" b="0" u="none" strike="noStrike">
                <a:solidFill>
                  <a:schemeClr val="dk1"/>
                </a:solidFill>
                <a:effectLst/>
                <a:uFillTx/>
                <a:latin typeface="Times New Roman"/>
              </a:rPr>
              <a:t>The system eliminates manual bottlenecks, reduces triage time by over 90%, and improves routing accuracy beyond 85% </a:t>
            </a:r>
            <a:endParaRPr lang="en-US" sz="2000" b="0" u="none" strike="noStrike">
              <a:solidFill>
                <a:srgbClr val="000000"/>
              </a:solidFill>
              <a:effectLst/>
              <a:uFillTx/>
              <a:latin typeface="Arial"/>
            </a:endParaRPr>
          </a:p>
          <a:p>
            <a:pPr algn="just" defTabSz="914400">
              <a:lnSpc>
                <a:spcPct val="100000"/>
              </a:lnSpc>
              <a:buClr>
                <a:srgbClr val="000000"/>
              </a:buClr>
              <a:buFont typeface="Symbol" charset="2"/>
              <a:buChar char=""/>
              <a:tabLst>
                <a:tab pos="0" algn="l"/>
              </a:tabLst>
            </a:pPr>
            <a:r>
              <a:rPr lang="en-US" sz="2000" b="0" u="none" strike="noStrike">
                <a:solidFill>
                  <a:schemeClr val="dk1"/>
                </a:solidFill>
                <a:effectLst/>
                <a:uFillTx/>
                <a:latin typeface="Times New Roman"/>
              </a:rPr>
              <a:t>Built with a scalable, modular architecture deployable across any urban governance setup </a:t>
            </a:r>
            <a:endParaRPr lang="en-US" sz="2000" b="0" u="none" strike="noStrike">
              <a:solidFill>
                <a:srgbClr val="000000"/>
              </a:solidFill>
              <a:effectLst/>
              <a:uFillTx/>
              <a:latin typeface="Arial"/>
            </a:endParaRPr>
          </a:p>
          <a:p>
            <a:pPr algn="just" defTabSz="914400">
              <a:lnSpc>
                <a:spcPct val="100000"/>
              </a:lnSpc>
              <a:buClr>
                <a:srgbClr val="000000"/>
              </a:buClr>
              <a:buFont typeface="Symbol" charset="2"/>
              <a:buChar char=""/>
              <a:tabLst>
                <a:tab pos="0" algn="l"/>
              </a:tabLst>
            </a:pPr>
            <a:r>
              <a:rPr lang="en-US" sz="2000" b="0" u="none" strike="noStrike">
                <a:solidFill>
                  <a:schemeClr val="dk1"/>
                </a:solidFill>
                <a:effectLst/>
                <a:uFillTx/>
                <a:latin typeface="Times New Roman"/>
              </a:rPr>
              <a:t>Directly addresses SDG 9, 11, and 16 by making civic infrastructure smarter and governance more accountable </a:t>
            </a:r>
            <a:endParaRPr lang="en-US" sz="2000" b="0" u="none" strike="noStrike">
              <a:solidFill>
                <a:srgbClr val="000000"/>
              </a:solidFill>
              <a:effectLst/>
              <a:uFillTx/>
              <a:latin typeface="Arial"/>
            </a:endParaRPr>
          </a:p>
        </p:txBody>
      </p:sp>
      <p:sp>
        <p:nvSpPr>
          <p:cNvPr id="115" name="Rectangle 2"/>
          <p:cNvSpPr/>
          <p:nvPr/>
        </p:nvSpPr>
        <p:spPr>
          <a:xfrm>
            <a:off x="321480" y="4172400"/>
            <a:ext cx="10759320" cy="1323000"/>
          </a:xfrm>
          <a:prstGeom prst="rect">
            <a:avLst/>
          </a:prstGeom>
          <a:noFill/>
          <a:ln w="0">
            <a:noFill/>
          </a:ln>
        </p:spPr>
        <p:style>
          <a:lnRef idx="0"/>
          <a:fillRef idx="0"/>
          <a:effectRef idx="0"/>
          <a:fontRef idx="minor"/>
        </p:style>
        <p:txBody>
          <a:bodyPr numCol="1" spcCol="0" wrap="none" anchor="ctr">
            <a:spAutoFit/>
          </a:bodyPr>
          <a:p>
            <a:pPr algn="just" defTabSz="914400">
              <a:lnSpc>
                <a:spcPct val="100000"/>
              </a:lnSpc>
              <a:tabLst>
                <a:tab pos="0" algn="l"/>
              </a:tabLst>
            </a:pPr>
            <a:endParaRPr lang="en-US" sz="2000" b="0" u="none" strike="noStrike">
              <a:solidFill>
                <a:srgbClr val="000000"/>
              </a:solidFill>
              <a:effectLst/>
              <a:uFillTx/>
              <a:latin typeface="Arial"/>
            </a:endParaRPr>
          </a:p>
          <a:p>
            <a:pPr algn="just" defTabSz="914400">
              <a:lnSpc>
                <a:spcPct val="100000"/>
              </a:lnSpc>
              <a:buClr>
                <a:srgbClr val="000000"/>
              </a:buClr>
              <a:buFont typeface="Symbol" charset="2"/>
              <a:buChar char=""/>
              <a:tabLst>
                <a:tab pos="0" algn="l"/>
              </a:tabLst>
            </a:pPr>
            <a:r>
              <a:rPr lang="en-US" sz="2000" b="1" u="none" strike="noStrike">
                <a:solidFill>
                  <a:schemeClr val="dk1"/>
                </a:solidFill>
                <a:effectLst/>
                <a:uFillTx/>
                <a:latin typeface="Times New Roman"/>
              </a:rPr>
              <a:t>Mobile App</a:t>
            </a:r>
            <a:r>
              <a:rPr lang="en-US" sz="2000" b="0" u="none" strike="noStrike">
                <a:solidFill>
                  <a:schemeClr val="dk1"/>
                </a:solidFill>
                <a:effectLst/>
                <a:uFillTx/>
                <a:latin typeface="Times New Roman"/>
              </a:rPr>
              <a:t> — Citizen-facing app for geo-tagged complaint submission and real-time status tracking </a:t>
            </a:r>
            <a:endParaRPr lang="en-US" sz="2000" b="0" u="none" strike="noStrike">
              <a:solidFill>
                <a:srgbClr val="000000"/>
              </a:solidFill>
              <a:effectLst/>
              <a:uFillTx/>
              <a:latin typeface="Arial"/>
            </a:endParaRPr>
          </a:p>
          <a:p>
            <a:pPr algn="just" defTabSz="914400">
              <a:lnSpc>
                <a:spcPct val="100000"/>
              </a:lnSpc>
              <a:buClr>
                <a:srgbClr val="000000"/>
              </a:buClr>
              <a:buFont typeface="Symbol" charset="2"/>
              <a:buChar char=""/>
              <a:tabLst>
                <a:tab pos="0" algn="l"/>
              </a:tabLst>
            </a:pPr>
            <a:r>
              <a:rPr lang="en-US" sz="2000" b="0" u="none" strike="noStrike">
                <a:solidFill>
                  <a:schemeClr val="dk1"/>
                </a:solidFill>
                <a:effectLst/>
                <a:uFillTx/>
                <a:latin typeface="Times New Roman"/>
              </a:rPr>
              <a:t> </a:t>
            </a:r>
            <a:r>
              <a:rPr lang="en-US" sz="2000" b="1" u="none" strike="noStrike">
                <a:solidFill>
                  <a:schemeClr val="dk1"/>
                </a:solidFill>
                <a:effectLst/>
                <a:uFillTx/>
                <a:latin typeface="Times New Roman"/>
              </a:rPr>
              <a:t>Regional Language Support</a:t>
            </a:r>
            <a:r>
              <a:rPr lang="en-US" sz="2000" b="0" u="none" strike="noStrike">
                <a:solidFill>
                  <a:schemeClr val="dk1"/>
                </a:solidFill>
                <a:effectLst/>
                <a:uFillTx/>
                <a:latin typeface="Times New Roman"/>
              </a:rPr>
              <a:t> — Fine-tune models for Kannada, Tamil, Telugu, and Hindi dialects </a:t>
            </a:r>
            <a:endParaRPr lang="en-US" sz="2000" b="0" u="none" strike="noStrike">
              <a:solidFill>
                <a:srgbClr val="000000"/>
              </a:solidFill>
              <a:effectLst/>
              <a:uFillTx/>
              <a:latin typeface="Arial"/>
            </a:endParaRPr>
          </a:p>
          <a:p>
            <a:pPr algn="just" defTabSz="914400">
              <a:lnSpc>
                <a:spcPct val="100000"/>
              </a:lnSpc>
              <a:buClr>
                <a:srgbClr val="000000"/>
              </a:buClr>
              <a:buFont typeface="Symbol" charset="2"/>
              <a:buChar char=""/>
              <a:tabLst>
                <a:tab pos="0" algn="l"/>
              </a:tabLst>
            </a:pPr>
            <a:r>
              <a:rPr lang="en-US" sz="2000" b="0" u="none" strike="noStrike">
                <a:solidFill>
                  <a:schemeClr val="dk1"/>
                </a:solidFill>
                <a:effectLst/>
                <a:uFillTx/>
                <a:latin typeface="Times New Roman"/>
              </a:rPr>
              <a:t> </a:t>
            </a:r>
            <a:r>
              <a:rPr lang="en-US" sz="2000" b="1" u="none" strike="noStrike">
                <a:solidFill>
                  <a:schemeClr val="dk1"/>
                </a:solidFill>
                <a:effectLst/>
                <a:uFillTx/>
                <a:latin typeface="Times New Roman"/>
              </a:rPr>
              <a:t>Predictive Analytics</a:t>
            </a:r>
            <a:r>
              <a:rPr lang="en-US" sz="2000" b="0" u="none" strike="noStrike">
                <a:solidFill>
                  <a:schemeClr val="dk1"/>
                </a:solidFill>
                <a:effectLst/>
                <a:uFillTx/>
                <a:latin typeface="Times New Roman"/>
              </a:rPr>
              <a:t> — Forecast complaint hotspots before issues escalate using historical patterns </a:t>
            </a:r>
            <a:endParaRPr lang="en-US" sz="2000" b="0" u="none" strike="noStrike">
              <a:solidFill>
                <a:srgbClr val="000000"/>
              </a:solidFill>
              <a:effectLst/>
              <a:uFillTx/>
              <a:latin typeface="Arial"/>
            </a:endParaRPr>
          </a:p>
        </p:txBody>
      </p:sp>
      <p:sp>
        <p:nvSpPr>
          <p:cNvPr id="116" name="TextBox 9"/>
          <p:cNvSpPr/>
          <p:nvPr/>
        </p:nvSpPr>
        <p:spPr>
          <a:xfrm>
            <a:off x="321480" y="4114800"/>
            <a:ext cx="1694160" cy="39960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IN" sz="2000" b="1" u="none" strike="noStrike">
                <a:solidFill>
                  <a:srgbClr val="000000"/>
                </a:solidFill>
                <a:effectLst/>
                <a:uFillTx/>
                <a:latin typeface="Times New Roman"/>
              </a:rPr>
              <a:t>Future Work</a:t>
            </a:r>
            <a:endParaRPr lang="en-US" sz="2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 name="PlaceHolder 1"/>
          <p:cNvSpPr>
            <a:spLocks noGrp="1"/>
          </p:cNvSpPr>
          <p:nvPr>
            <p:ph type="title"/>
          </p:nvPr>
        </p:nvSpPr>
        <p:spPr>
          <a:xfrm>
            <a:off x="1349640" y="326520"/>
            <a:ext cx="10254240" cy="505440"/>
          </a:xfrm>
          <a:prstGeom prst="rect">
            <a:avLst/>
          </a:prstGeom>
          <a:noFill/>
          <a:ln w="0">
            <a:noFill/>
          </a:ln>
        </p:spPr>
        <p:txBody>
          <a:bodyPr lIns="0" tIns="12600" rIns="0" bIns="0" anchor="t">
            <a:spAutoFit/>
          </a:bodyPr>
          <a:p>
            <a:pPr marL="12600" indent="0" algn="ctr">
              <a:lnSpc>
                <a:spcPct val="100000"/>
              </a:lnSpc>
              <a:spcBef>
                <a:spcPts val="1899"/>
              </a:spcBef>
              <a:buNone/>
              <a:tabLst>
                <a:tab pos="592560" algn="l"/>
              </a:tabLst>
            </a:pPr>
            <a:r>
              <a:rPr lang="en-US" sz="3200" b="0" u="none" spc="-11" strike="noStrike">
                <a:solidFill>
                  <a:schemeClr val="lt1"/>
                </a:solidFill>
                <a:effectLst/>
                <a:uFillTx/>
                <a:latin typeface="Times New Roman"/>
                <a:ea typeface="Cambria"/>
              </a:rPr>
              <a:t>References</a:t>
            </a:r>
            <a:endParaRPr lang="en-US" sz="3200" b="0" u="none" strike="noStrike">
              <a:solidFill>
                <a:srgbClr val="000000"/>
              </a:solidFill>
              <a:effectLst/>
              <a:uFillTx/>
              <a:latin typeface="Calibri"/>
            </a:endParaRPr>
          </a:p>
        </p:txBody>
      </p:sp>
      <p:sp>
        <p:nvSpPr>
          <p:cNvPr id="118" name="PlaceHolder 2"/>
          <p:cNvSpPr>
            <a:spLocks noGrp="1"/>
          </p:cNvSpPr>
          <p:nvPr>
            <p:ph type="dt" idx="58"/>
          </p:nvPr>
        </p:nvSpPr>
        <p:spPr>
          <a:xfrm>
            <a:off x="179640" y="6441120"/>
            <a:ext cx="1124280" cy="436320"/>
          </a:xfrm>
          <a:prstGeom prst="rect">
            <a:avLst/>
          </a:prstGeom>
          <a:noFill/>
          <a:ln w="0">
            <a:noFill/>
          </a:ln>
        </p:spPr>
        <p:txBody>
          <a:bodyPr lIns="0" tIns="0" rIns="0" bIns="0" anchor="t">
            <a:spAutoFit/>
          </a:bodyPr>
          <a:lstStyle>
            <a:lvl1pPr marL="12600" indent="0" algn="l">
              <a:lnSpc>
                <a:spcPts val="1664"/>
              </a:lnSpc>
              <a:buNone/>
              <a:defRPr lang="en-US" sz="1600" b="1" u="none" spc="-20" strike="noStrike">
                <a:solidFill>
                  <a:srgbClr val="888888"/>
                </a:solidFill>
                <a:effectLst/>
                <a:uFillTx/>
                <a:latin typeface="Cambria"/>
              </a:defRPr>
            </a:lvl1pPr>
          </a:lstStyle>
          <a:p>
            <a:pPr marL="12600" indent="0" algn="l">
              <a:lnSpc>
                <a:spcPts val="1664"/>
              </a:lnSpc>
              <a:buNone/>
            </a:pPr>
            <a:fld id="{FD0479FD-B209-4452-A639-E86FC3DBF944}" type="datetime1">
              <a:rPr lang="en-US" sz="1600" b="1" u="none" spc="-20" strike="noStrike">
                <a:solidFill>
                  <a:srgbClr val="888888"/>
                </a:solidFill>
                <a:effectLst/>
                <a:uFillTx/>
                <a:latin typeface="Cambria"/>
              </a:rPr>
              <a:t>04/27/2026</a:t>
            </a:fld>
            <a:endParaRPr lang="en-US" sz="1600" b="0" u="none" strike="noStrike">
              <a:solidFill>
                <a:srgbClr val="000000"/>
              </a:solidFill>
              <a:effectLst/>
              <a:uFillTx/>
              <a:latin typeface="Times New Roman"/>
            </a:endParaRPr>
          </a:p>
        </p:txBody>
      </p:sp>
      <p:sp>
        <p:nvSpPr>
          <p:cNvPr id="119" name="PlaceHolder 3"/>
          <p:cNvSpPr>
            <a:spLocks noGrp="1"/>
          </p:cNvSpPr>
          <p:nvPr>
            <p:ph type="ftr" idx="59"/>
          </p:nvPr>
        </p:nvSpPr>
        <p:spPr>
          <a:xfrm>
            <a:off x="4074120" y="6441120"/>
            <a:ext cx="4679640" cy="244080"/>
          </a:xfrm>
          <a:prstGeom prst="rect">
            <a:avLst/>
          </a:prstGeom>
          <a:noFill/>
          <a:ln w="0">
            <a:noFill/>
          </a:ln>
        </p:spPr>
        <p:txBody>
          <a:bodyPr lIns="0" tIns="0" rIns="0" bIns="0" anchor="t">
            <a:spAutoFit/>
          </a:bodyPr>
          <a:lstStyle>
            <a:lvl1pPr marL="12600" indent="0" algn="l">
              <a:lnSpc>
                <a:spcPts val="1664"/>
              </a:lnSpc>
              <a:buNone/>
              <a:defRPr lang="en-US" sz="1600" b="1" u="none" spc="-11" strike="noStrike">
                <a:solidFill>
                  <a:srgbClr val="888888"/>
                </a:solidFill>
                <a:effectLst/>
                <a:uFillTx/>
                <a:latin typeface="Cambria"/>
              </a:defRPr>
            </a:lvl1pPr>
          </a:lstStyle>
          <a:p>
            <a:pPr marL="12600" indent="0" algn="l">
              <a:lnSpc>
                <a:spcPts val="1664"/>
              </a:lnSpc>
              <a:buNone/>
            </a:pPr>
            <a:r>
              <a:rPr lang="en-US" sz="1600" b="1" u="none" spc="-11" strike="noStrike">
                <a:solidFill>
                  <a:srgbClr val="888888"/>
                </a:solidFill>
                <a:effectLst/>
                <a:uFillTx/>
                <a:latin typeface="Cambria"/>
              </a:rPr>
              <a:t>Department</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of</a:t>
            </a:r>
            <a:r>
              <a:rPr lang="en-US" sz="1600" b="1" u="none" spc="-31" strike="noStrike">
                <a:solidFill>
                  <a:srgbClr val="888888"/>
                </a:solidFill>
                <a:effectLst/>
                <a:uFillTx/>
                <a:latin typeface="Cambria"/>
              </a:rPr>
              <a:t> </a:t>
            </a:r>
            <a:r>
              <a:rPr lang="en-US" sz="1600" b="1" u="none" spc="-11" strike="noStrike">
                <a:solidFill>
                  <a:srgbClr val="888888"/>
                </a:solidFill>
                <a:effectLst/>
                <a:uFillTx/>
                <a:latin typeface="Cambria"/>
              </a:rPr>
              <a:t>Information</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Science</a:t>
            </a:r>
            <a:r>
              <a:rPr lang="en-US" sz="1600" b="1" u="none" spc="-31" strike="noStrike">
                <a:solidFill>
                  <a:srgbClr val="888888"/>
                </a:solidFill>
                <a:effectLst/>
                <a:uFillTx/>
                <a:latin typeface="Cambria"/>
              </a:rPr>
              <a:t> </a:t>
            </a:r>
            <a:r>
              <a:rPr lang="en-US" sz="1600" b="1" u="none" strike="noStrike">
                <a:solidFill>
                  <a:srgbClr val="888888"/>
                </a:solidFill>
                <a:effectLst/>
                <a:uFillTx/>
                <a:latin typeface="Cambria"/>
              </a:rPr>
              <a:t>&amp;</a:t>
            </a:r>
            <a:r>
              <a:rPr lang="en-US" sz="1600" b="1" u="none" spc="-34" strike="noStrike">
                <a:solidFill>
                  <a:srgbClr val="888888"/>
                </a:solidFill>
                <a:effectLst/>
                <a:uFillTx/>
                <a:latin typeface="Cambria"/>
              </a:rPr>
              <a:t> </a:t>
            </a:r>
            <a:r>
              <a:rPr lang="en-US" sz="1600" b="1" u="none" spc="-11" strike="noStrike">
                <a:solidFill>
                  <a:srgbClr val="888888"/>
                </a:solidFill>
                <a:effectLst/>
                <a:uFillTx/>
                <a:latin typeface="Cambria"/>
              </a:rPr>
              <a:t>Engineering</a:t>
            </a:r>
            <a:endParaRPr lang="en-US" sz="1600" b="0" u="none" strike="noStrike">
              <a:solidFill>
                <a:srgbClr val="000000"/>
              </a:solidFill>
              <a:effectLst/>
              <a:uFillTx/>
              <a:latin typeface="Times New Roman"/>
            </a:endParaRPr>
          </a:p>
        </p:txBody>
      </p:sp>
      <p:sp>
        <p:nvSpPr>
          <p:cNvPr id="120" name="PlaceHolder 4"/>
          <p:cNvSpPr>
            <a:spLocks noGrp="1"/>
          </p:cNvSpPr>
          <p:nvPr>
            <p:ph type="sldNum" idx="60"/>
          </p:nvPr>
        </p:nvSpPr>
        <p:spPr>
          <a:xfrm>
            <a:off x="11841120" y="6441120"/>
            <a:ext cx="578880" cy="244080"/>
          </a:xfrm>
          <a:prstGeom prst="rect">
            <a:avLst/>
          </a:prstGeom>
          <a:noFill/>
          <a:ln w="0">
            <a:noFill/>
          </a:ln>
        </p:spPr>
        <p:txBody>
          <a:bodyPr lIns="0" tIns="0" rIns="0" bIns="0" anchor="t">
            <a:spAutoFit/>
          </a:bodyPr>
          <a:lstStyle>
            <a:lvl1pPr marL="38160" indent="0" algn="l">
              <a:lnSpc>
                <a:spcPts val="1664"/>
              </a:lnSpc>
              <a:buNone/>
              <a:defRPr lang="en-US" sz="1600" b="1" u="none" spc="-51" strike="noStrike">
                <a:solidFill>
                  <a:srgbClr val="888888"/>
                </a:solidFill>
                <a:effectLst/>
                <a:uFillTx/>
                <a:latin typeface="Cambria"/>
              </a:defRPr>
            </a:lvl1pPr>
          </a:lstStyle>
          <a:p>
            <a:pPr marL="38160" indent="0" algn="l">
              <a:lnSpc>
                <a:spcPts val="1664"/>
              </a:lnSpc>
              <a:buNone/>
            </a:pPr>
            <a:fld id="{53BE1D3C-A959-4A9E-9988-FE37C5FFAB89}" type="slidenum">
              <a:rPr lang="en-US" sz="1600" b="1" u="none" spc="-51" strike="noStrike">
                <a:solidFill>
                  <a:srgbClr val="888888"/>
                </a:solidFill>
                <a:effectLst/>
                <a:uFillTx/>
                <a:latin typeface="Cambria"/>
              </a:rPr>
              <a:t>6</a:t>
            </a:fld>
            <a:endParaRPr lang="en-US" sz="1600" b="0" u="none" strike="noStrike">
              <a:solidFill>
                <a:srgbClr val="000000"/>
              </a:solidFill>
              <a:effectLst/>
              <a:uFillTx/>
              <a:latin typeface="Times New Roman"/>
            </a:endParaRPr>
          </a:p>
        </p:txBody>
      </p:sp>
      <p:sp>
        <p:nvSpPr>
          <p:cNvPr id="121" name="Google Shape;142;p19"/>
          <p:cNvSpPr/>
          <p:nvPr/>
        </p:nvSpPr>
        <p:spPr>
          <a:xfrm>
            <a:off x="977040" y="2057400"/>
            <a:ext cx="10237320" cy="34758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n-US" sz="2000" b="0" u="none" strike="noStrike">
                <a:solidFill>
                  <a:srgbClr val="000000"/>
                </a:solidFill>
                <a:effectLst/>
                <a:uFillTx/>
                <a:latin typeface="Times New Roman"/>
              </a:rPr>
              <a:t>[1] A. Da’Costa, J. Teke, J. E. Origbo, A. Osonuga, E. Egbon, and D. B. Olawade, </a:t>
            </a:r>
            <a:r>
              <a:rPr lang="en-US" sz="2000" b="0" i="1" u="none" strike="noStrike">
                <a:solidFill>
                  <a:srgbClr val="000000"/>
                </a:solidFill>
                <a:effectLst/>
                <a:uFillTx/>
                <a:latin typeface="Times New Roman"/>
              </a:rPr>
              <a:t>“</a:t>
            </a:r>
            <a:r>
              <a:rPr lang="en-US" sz="2000" b="0" u="none" strike="noStrike">
                <a:solidFill>
                  <a:srgbClr val="000000"/>
                </a:solidFill>
                <a:effectLst/>
                <a:uFillTx/>
                <a:latin typeface="Times New Roman"/>
              </a:rPr>
              <a:t>AI-driven triage in emergency departments: A review of benefits, challenges, and future directions</a:t>
            </a:r>
            <a:r>
              <a:rPr lang="en-US" sz="2000" b="0" i="1" u="none" strike="noStrike">
                <a:solidFill>
                  <a:srgbClr val="000000"/>
                </a:solidFill>
                <a:effectLst/>
                <a:uFillTx/>
                <a:latin typeface="Times New Roman"/>
              </a:rPr>
              <a:t>,”</a:t>
            </a:r>
            <a:r>
              <a:rPr lang="en-US" sz="2000" b="0" u="none" strike="noStrike">
                <a:solidFill>
                  <a:srgbClr val="000000"/>
                </a:solidFill>
                <a:effectLst/>
                <a:uFillTx/>
                <a:latin typeface="Times New Roman"/>
              </a:rPr>
              <a:t> </a:t>
            </a:r>
            <a:r>
              <a:rPr lang="en-US" sz="2000" b="0" i="1" u="none" strike="noStrike">
                <a:solidFill>
                  <a:srgbClr val="000000"/>
                </a:solidFill>
                <a:effectLst/>
                <a:uFillTx/>
                <a:latin typeface="Times New Roman"/>
              </a:rPr>
              <a:t>Int. J. Med. Inform.</a:t>
            </a:r>
            <a:r>
              <a:rPr lang="en-US" sz="2000" b="0" u="none" strike="noStrike">
                <a:solidFill>
                  <a:srgbClr val="000000"/>
                </a:solidFill>
                <a:effectLst/>
                <a:uFillTx/>
                <a:latin typeface="Times New Roman"/>
              </a:rPr>
              <a:t>, vol. 197, p. 105838, May 2025, doi: 10.1016/j.ijmedinf.2025.105838.</a:t>
            </a:r>
            <a:endParaRPr lang="en-US" sz="2000" b="0" u="none" strike="noStrike">
              <a:solidFill>
                <a:srgbClr val="000000"/>
              </a:solidFill>
              <a:effectLst/>
              <a:uFillTx/>
              <a:latin typeface="Arial"/>
            </a:endParaRPr>
          </a:p>
          <a:p>
            <a:pPr defTabSz="914400">
              <a:lnSpc>
                <a:spcPct val="100000"/>
              </a:lnSpc>
            </a:pPr>
            <a:endParaRPr lang="en-US" sz="2000" b="0" u="none" strike="noStrike">
              <a:solidFill>
                <a:srgbClr val="000000"/>
              </a:solidFill>
              <a:effectLst/>
              <a:uFillTx/>
              <a:latin typeface="Arial"/>
            </a:endParaRPr>
          </a:p>
          <a:p>
            <a:pPr defTabSz="914400">
              <a:lnSpc>
                <a:spcPct val="100000"/>
              </a:lnSpc>
            </a:pPr>
            <a:r>
              <a:rPr lang="en-US" sz="2000" b="0" u="none" strike="noStrike">
                <a:solidFill>
                  <a:srgbClr val="000000"/>
                </a:solidFill>
                <a:effectLst/>
                <a:uFillTx/>
                <a:latin typeface="Times New Roman"/>
              </a:rPr>
              <a:t>[2] A. Tahernejad, A. Sahebi, A. S. S. Abadi, and M. Safari, </a:t>
            </a:r>
            <a:r>
              <a:rPr lang="en-US" sz="2000" b="0" i="1" u="none" strike="noStrike">
                <a:solidFill>
                  <a:srgbClr val="000000"/>
                </a:solidFill>
                <a:effectLst/>
                <a:uFillTx/>
                <a:latin typeface="Times New Roman"/>
              </a:rPr>
              <a:t>“</a:t>
            </a:r>
            <a:r>
              <a:rPr lang="en-US" sz="2000" b="0" u="none" strike="noStrike">
                <a:solidFill>
                  <a:srgbClr val="000000"/>
                </a:solidFill>
                <a:effectLst/>
                <a:uFillTx/>
                <a:latin typeface="Times New Roman"/>
              </a:rPr>
              <a:t>Application of artificial intelligence in triage in emergencies and disasters: A systematic review</a:t>
            </a:r>
            <a:r>
              <a:rPr lang="en-US" sz="2000" b="0" i="1" u="none" strike="noStrike">
                <a:solidFill>
                  <a:srgbClr val="000000"/>
                </a:solidFill>
                <a:effectLst/>
                <a:uFillTx/>
                <a:latin typeface="Times New Roman"/>
              </a:rPr>
              <a:t>,” BMC Public Health</a:t>
            </a:r>
            <a:r>
              <a:rPr lang="en-US" sz="2000" b="0" u="none" strike="noStrike">
                <a:solidFill>
                  <a:srgbClr val="000000"/>
                </a:solidFill>
                <a:effectLst/>
                <a:uFillTx/>
                <a:latin typeface="Times New Roman"/>
              </a:rPr>
              <a:t>, vol. 24, no. 1, p. 3203, 2024, doi: 10.1186/s12889-024-20447-3.</a:t>
            </a:r>
            <a:endParaRPr lang="en-US" sz="2000" b="0" u="none" strike="noStrike">
              <a:solidFill>
                <a:srgbClr val="000000"/>
              </a:solidFill>
              <a:effectLst/>
              <a:uFillTx/>
              <a:latin typeface="Arial"/>
            </a:endParaRPr>
          </a:p>
          <a:p>
            <a:pPr defTabSz="914400">
              <a:lnSpc>
                <a:spcPct val="100000"/>
              </a:lnSpc>
            </a:pPr>
            <a:endParaRPr lang="en-US" sz="2000" b="0" u="none" strike="noStrike">
              <a:solidFill>
                <a:srgbClr val="000000"/>
              </a:solidFill>
              <a:effectLst/>
              <a:uFillTx/>
              <a:latin typeface="Arial"/>
            </a:endParaRPr>
          </a:p>
          <a:p>
            <a:pPr defTabSz="914400">
              <a:lnSpc>
                <a:spcPct val="100000"/>
              </a:lnSpc>
            </a:pPr>
            <a:r>
              <a:rPr lang="en-US" sz="2000" b="0" u="none" strike="noStrike">
                <a:solidFill>
                  <a:srgbClr val="000000"/>
                </a:solidFill>
                <a:effectLst/>
                <a:uFillTx/>
                <a:latin typeface="Times New Roman"/>
              </a:rPr>
              <a:t>[3] A. Costoiu, </a:t>
            </a:r>
            <a:r>
              <a:rPr lang="en-US" sz="2000" b="0" i="1" u="none" strike="noStrike">
                <a:solidFill>
                  <a:srgbClr val="000000"/>
                </a:solidFill>
                <a:effectLst/>
                <a:uFillTx/>
                <a:latin typeface="Times New Roman"/>
              </a:rPr>
              <a:t>“</a:t>
            </a:r>
            <a:r>
              <a:rPr lang="en-US" sz="2000" b="0" u="none" strike="noStrike">
                <a:solidFill>
                  <a:srgbClr val="000000"/>
                </a:solidFill>
                <a:effectLst/>
                <a:uFillTx/>
                <a:latin typeface="Times New Roman"/>
              </a:rPr>
              <a:t>AI literacy as a civic necessity and a human right: Implications for second language learners in a globalized world,</a:t>
            </a:r>
            <a:r>
              <a:rPr lang="en-US" sz="2000" b="0" i="1" u="none" strike="noStrike">
                <a:solidFill>
                  <a:srgbClr val="000000"/>
                </a:solidFill>
                <a:effectLst/>
                <a:uFillTx/>
                <a:latin typeface="Times New Roman"/>
              </a:rPr>
              <a:t>”</a:t>
            </a:r>
            <a:r>
              <a:rPr lang="en-US" sz="2000" b="0" u="none" strike="noStrike">
                <a:solidFill>
                  <a:srgbClr val="000000"/>
                </a:solidFill>
                <a:effectLst/>
                <a:uFillTx/>
                <a:latin typeface="Times New Roman"/>
              </a:rPr>
              <a:t> </a:t>
            </a:r>
            <a:r>
              <a:rPr lang="en-US" sz="2000" b="0" i="1" u="none" strike="noStrike">
                <a:solidFill>
                  <a:srgbClr val="000000"/>
                </a:solidFill>
                <a:effectLst/>
                <a:uFillTx/>
                <a:latin typeface="Times New Roman"/>
              </a:rPr>
              <a:t>Reading Matrix: Int. Online J.</a:t>
            </a:r>
            <a:r>
              <a:rPr lang="en-US" sz="2000" b="0" u="none" strike="noStrike">
                <a:solidFill>
                  <a:srgbClr val="000000"/>
                </a:solidFill>
                <a:effectLst/>
                <a:uFillTx/>
                <a:latin typeface="Times New Roman"/>
              </a:rPr>
              <a:t>, vol. 25, no. 1, pp. 43–50, 2025.</a:t>
            </a:r>
            <a:endParaRPr lang="en-US" sz="2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 name="PlaceHolder 1"/>
          <p:cNvSpPr>
            <a:spLocks noGrp="1"/>
          </p:cNvSpPr>
          <p:nvPr>
            <p:ph type="title"/>
          </p:nvPr>
        </p:nvSpPr>
        <p:spPr>
          <a:xfrm>
            <a:off x="1349640" y="326520"/>
            <a:ext cx="10254240" cy="505440"/>
          </a:xfrm>
          <a:prstGeom prst="rect">
            <a:avLst/>
          </a:prstGeom>
          <a:noFill/>
          <a:ln w="0">
            <a:noFill/>
          </a:ln>
        </p:spPr>
        <p:txBody>
          <a:bodyPr lIns="0" tIns="12600" rIns="0" bIns="0" anchor="t">
            <a:spAutoFit/>
          </a:bodyPr>
          <a:p>
            <a:pPr marL="12600" indent="0" algn="ctr">
              <a:lnSpc>
                <a:spcPct val="100000"/>
              </a:lnSpc>
              <a:spcBef>
                <a:spcPts val="1899"/>
              </a:spcBef>
              <a:buNone/>
              <a:tabLst>
                <a:tab pos="592560" algn="l"/>
              </a:tabLst>
            </a:pPr>
            <a:r>
              <a:rPr lang="en-US" sz="3200" b="0" u="none" spc="-11" strike="noStrike">
                <a:solidFill>
                  <a:schemeClr val="lt1"/>
                </a:solidFill>
                <a:effectLst/>
                <a:uFillTx/>
                <a:latin typeface="Times New Roman"/>
                <a:ea typeface="Cambria"/>
              </a:rPr>
              <a:t>References</a:t>
            </a:r>
            <a:endParaRPr lang="en-US" sz="3200" b="0" u="none" strike="noStrike">
              <a:solidFill>
                <a:srgbClr val="000000"/>
              </a:solidFill>
              <a:effectLst/>
              <a:uFillTx/>
              <a:latin typeface="Calibri"/>
            </a:endParaRPr>
          </a:p>
        </p:txBody>
      </p:sp>
      <p:sp>
        <p:nvSpPr>
          <p:cNvPr id="123" name="PlaceHolder 2"/>
          <p:cNvSpPr>
            <a:spLocks noGrp="1"/>
          </p:cNvSpPr>
          <p:nvPr>
            <p:ph type="dt" idx="61"/>
          </p:nvPr>
        </p:nvSpPr>
        <p:spPr>
          <a:xfrm>
            <a:off x="179640" y="6441120"/>
            <a:ext cx="1124280" cy="436320"/>
          </a:xfrm>
          <a:prstGeom prst="rect">
            <a:avLst/>
          </a:prstGeom>
          <a:noFill/>
          <a:ln w="0">
            <a:noFill/>
          </a:ln>
        </p:spPr>
        <p:txBody>
          <a:bodyPr lIns="0" tIns="0" rIns="0" bIns="0" anchor="t">
            <a:spAutoFit/>
          </a:bodyPr>
          <a:lstStyle>
            <a:lvl1pPr marL="12600" indent="0" algn="l">
              <a:lnSpc>
                <a:spcPts val="1664"/>
              </a:lnSpc>
              <a:buNone/>
              <a:defRPr lang="en-US" sz="1600" b="1" u="none" spc="-20" strike="noStrike">
                <a:solidFill>
                  <a:srgbClr val="888888"/>
                </a:solidFill>
                <a:effectLst/>
                <a:uFillTx/>
                <a:latin typeface="Cambria"/>
              </a:defRPr>
            </a:lvl1pPr>
          </a:lstStyle>
          <a:p>
            <a:pPr marL="12600" indent="0" algn="l">
              <a:lnSpc>
                <a:spcPts val="1664"/>
              </a:lnSpc>
              <a:buNone/>
            </a:pPr>
            <a:fld id="{97087ABA-91C5-4B37-9680-7E103983AD12}" type="datetime1">
              <a:rPr lang="en-US" sz="1600" b="1" u="none" spc="-20" strike="noStrike">
                <a:solidFill>
                  <a:srgbClr val="888888"/>
                </a:solidFill>
                <a:effectLst/>
                <a:uFillTx/>
                <a:latin typeface="Cambria"/>
              </a:rPr>
              <a:t>04/27/2026</a:t>
            </a:fld>
            <a:endParaRPr lang="en-US" sz="1600" b="0" u="none" strike="noStrike">
              <a:solidFill>
                <a:srgbClr val="000000"/>
              </a:solidFill>
              <a:effectLst/>
              <a:uFillTx/>
              <a:latin typeface="Times New Roman"/>
            </a:endParaRPr>
          </a:p>
        </p:txBody>
      </p:sp>
      <p:sp>
        <p:nvSpPr>
          <p:cNvPr id="124" name="PlaceHolder 3"/>
          <p:cNvSpPr>
            <a:spLocks noGrp="1"/>
          </p:cNvSpPr>
          <p:nvPr>
            <p:ph type="ftr" idx="62"/>
          </p:nvPr>
        </p:nvSpPr>
        <p:spPr>
          <a:xfrm>
            <a:off x="4074120" y="6441120"/>
            <a:ext cx="4679640" cy="244080"/>
          </a:xfrm>
          <a:prstGeom prst="rect">
            <a:avLst/>
          </a:prstGeom>
          <a:noFill/>
          <a:ln w="0">
            <a:noFill/>
          </a:ln>
        </p:spPr>
        <p:txBody>
          <a:bodyPr lIns="0" tIns="0" rIns="0" bIns="0" anchor="t">
            <a:spAutoFit/>
          </a:bodyPr>
          <a:lstStyle>
            <a:lvl1pPr marL="12600" indent="0" algn="l">
              <a:lnSpc>
                <a:spcPts val="1664"/>
              </a:lnSpc>
              <a:buNone/>
              <a:defRPr lang="en-US" sz="1600" b="1" u="none" spc="-11" strike="noStrike">
                <a:solidFill>
                  <a:srgbClr val="888888"/>
                </a:solidFill>
                <a:effectLst/>
                <a:uFillTx/>
                <a:latin typeface="Cambria"/>
              </a:defRPr>
            </a:lvl1pPr>
          </a:lstStyle>
          <a:p>
            <a:pPr marL="12600" indent="0" algn="l">
              <a:lnSpc>
                <a:spcPts val="1664"/>
              </a:lnSpc>
              <a:buNone/>
            </a:pPr>
            <a:r>
              <a:rPr lang="en-US" sz="1600" b="1" u="none" spc="-11" strike="noStrike">
                <a:solidFill>
                  <a:srgbClr val="888888"/>
                </a:solidFill>
                <a:effectLst/>
                <a:uFillTx/>
                <a:latin typeface="Cambria"/>
              </a:rPr>
              <a:t>Department</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of</a:t>
            </a:r>
            <a:r>
              <a:rPr lang="en-US" sz="1600" b="1" u="none" spc="-31" strike="noStrike">
                <a:solidFill>
                  <a:srgbClr val="888888"/>
                </a:solidFill>
                <a:effectLst/>
                <a:uFillTx/>
                <a:latin typeface="Cambria"/>
              </a:rPr>
              <a:t> </a:t>
            </a:r>
            <a:r>
              <a:rPr lang="en-US" sz="1600" b="1" u="none" spc="-11" strike="noStrike">
                <a:solidFill>
                  <a:srgbClr val="888888"/>
                </a:solidFill>
                <a:effectLst/>
                <a:uFillTx/>
                <a:latin typeface="Cambria"/>
              </a:rPr>
              <a:t>Information</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Science</a:t>
            </a:r>
            <a:r>
              <a:rPr lang="en-US" sz="1600" b="1" u="none" spc="-31" strike="noStrike">
                <a:solidFill>
                  <a:srgbClr val="888888"/>
                </a:solidFill>
                <a:effectLst/>
                <a:uFillTx/>
                <a:latin typeface="Cambria"/>
              </a:rPr>
              <a:t> </a:t>
            </a:r>
            <a:r>
              <a:rPr lang="en-US" sz="1600" b="1" u="none" strike="noStrike">
                <a:solidFill>
                  <a:srgbClr val="888888"/>
                </a:solidFill>
                <a:effectLst/>
                <a:uFillTx/>
                <a:latin typeface="Cambria"/>
              </a:rPr>
              <a:t>&amp;</a:t>
            </a:r>
            <a:r>
              <a:rPr lang="en-US" sz="1600" b="1" u="none" spc="-34" strike="noStrike">
                <a:solidFill>
                  <a:srgbClr val="888888"/>
                </a:solidFill>
                <a:effectLst/>
                <a:uFillTx/>
                <a:latin typeface="Cambria"/>
              </a:rPr>
              <a:t> </a:t>
            </a:r>
            <a:r>
              <a:rPr lang="en-US" sz="1600" b="1" u="none" spc="-11" strike="noStrike">
                <a:solidFill>
                  <a:srgbClr val="888888"/>
                </a:solidFill>
                <a:effectLst/>
                <a:uFillTx/>
                <a:latin typeface="Cambria"/>
              </a:rPr>
              <a:t>Engineering</a:t>
            </a:r>
            <a:endParaRPr lang="en-US" sz="1600" b="0" u="none" strike="noStrike">
              <a:solidFill>
                <a:srgbClr val="000000"/>
              </a:solidFill>
              <a:effectLst/>
              <a:uFillTx/>
              <a:latin typeface="Times New Roman"/>
            </a:endParaRPr>
          </a:p>
        </p:txBody>
      </p:sp>
      <p:sp>
        <p:nvSpPr>
          <p:cNvPr id="125" name="PlaceHolder 4"/>
          <p:cNvSpPr>
            <a:spLocks noGrp="1"/>
          </p:cNvSpPr>
          <p:nvPr>
            <p:ph type="sldNum" idx="63"/>
          </p:nvPr>
        </p:nvSpPr>
        <p:spPr>
          <a:xfrm>
            <a:off x="11802600" y="6386040"/>
            <a:ext cx="541440" cy="244080"/>
          </a:xfrm>
          <a:prstGeom prst="rect">
            <a:avLst/>
          </a:prstGeom>
          <a:noFill/>
          <a:ln w="0">
            <a:noFill/>
          </a:ln>
        </p:spPr>
        <p:txBody>
          <a:bodyPr lIns="0" tIns="0" rIns="0" bIns="0" anchor="t">
            <a:spAutoFit/>
          </a:bodyPr>
          <a:lstStyle>
            <a:lvl1pPr marL="38160" indent="0" algn="l">
              <a:lnSpc>
                <a:spcPts val="1664"/>
              </a:lnSpc>
              <a:buNone/>
              <a:defRPr lang="en-US" sz="1600" b="1" u="none" spc="-51" strike="noStrike">
                <a:solidFill>
                  <a:srgbClr val="888888"/>
                </a:solidFill>
                <a:effectLst/>
                <a:uFillTx/>
                <a:latin typeface="Cambria"/>
              </a:defRPr>
            </a:lvl1pPr>
          </a:lstStyle>
          <a:p>
            <a:pPr marL="38160" indent="0" algn="l">
              <a:lnSpc>
                <a:spcPts val="1664"/>
              </a:lnSpc>
              <a:buNone/>
            </a:pPr>
            <a:fld id="{5ABF89F0-F7A3-4EA0-A75C-5E798223A072}" type="slidenum">
              <a:rPr lang="en-US" sz="1600" b="1" u="none" spc="-51" strike="noStrike">
                <a:solidFill>
                  <a:srgbClr val="888888"/>
                </a:solidFill>
                <a:effectLst/>
                <a:uFillTx/>
                <a:latin typeface="Cambria"/>
              </a:rPr>
              <a:t>&lt;number&gt;</a:t>
            </a:fld>
            <a:endParaRPr lang="en-US" sz="1600" b="0" u="none" strike="noStrike">
              <a:solidFill>
                <a:srgbClr val="000000"/>
              </a:solidFill>
              <a:effectLst/>
              <a:uFillTx/>
              <a:latin typeface="Times New Roman"/>
            </a:endParaRPr>
          </a:p>
        </p:txBody>
      </p:sp>
      <p:sp>
        <p:nvSpPr>
          <p:cNvPr id="126" name="Google Shape;150;p20"/>
          <p:cNvSpPr/>
          <p:nvPr/>
        </p:nvSpPr>
        <p:spPr>
          <a:xfrm>
            <a:off x="977040" y="1752480"/>
            <a:ext cx="10237320" cy="4091400"/>
          </a:xfrm>
          <a:prstGeom prst="rect">
            <a:avLst/>
          </a:prstGeom>
          <a:noFill/>
          <a:ln w="0">
            <a:noFill/>
          </a:ln>
        </p:spPr>
        <p:style>
          <a:lnRef idx="0"/>
          <a:fillRef idx="0"/>
          <a:effectRef idx="0"/>
          <a:fontRef idx="minor"/>
        </p:style>
        <p:txBody>
          <a:bodyPr lIns="90000" tIns="45000" rIns="90000" bIns="45000" anchor="t">
            <a:spAutoFit/>
          </a:bodyPr>
          <a:p>
            <a:pPr marL="285840" indent="-171360" defTabSz="914400">
              <a:lnSpc>
                <a:spcPct val="100000"/>
              </a:lnSpc>
              <a:tabLst>
                <a:tab pos="0" algn="l"/>
              </a:tabLst>
            </a:pPr>
            <a:r>
              <a:rPr lang="en-US" sz="2000" b="0" u="none" strike="noStrike">
                <a:solidFill>
                  <a:srgbClr val="000000"/>
                </a:solidFill>
                <a:effectLst/>
                <a:uFillTx/>
                <a:latin typeface="Times New Roman"/>
              </a:rPr>
              <a:t>[4] S. G. Gabriel, “AI-driven administrative systems and the future of citizen-government interactions</a:t>
            </a:r>
            <a:r>
              <a:rPr lang="en-US" sz="2000" b="0" i="1" u="none" strike="noStrike">
                <a:solidFill>
                  <a:srgbClr val="000000"/>
                </a:solidFill>
                <a:effectLst/>
                <a:uFillTx/>
                <a:latin typeface="Times New Roman"/>
              </a:rPr>
              <a:t>.</a:t>
            </a:r>
            <a:r>
              <a:rPr lang="en-US" sz="2000" b="0" u="none" strike="noStrike">
                <a:solidFill>
                  <a:srgbClr val="000000"/>
                </a:solidFill>
                <a:effectLst/>
                <a:uFillTx/>
                <a:latin typeface="Times New Roman"/>
              </a:rPr>
              <a:t>” </a:t>
            </a:r>
            <a:r>
              <a:rPr lang="en-US" sz="2000" b="0" i="1" u="none" strike="noStrike">
                <a:solidFill>
                  <a:srgbClr val="000000"/>
                </a:solidFill>
                <a:effectLst/>
                <a:uFillTx/>
                <a:latin typeface="Times New Roman"/>
              </a:rPr>
              <a:t>[Online]. </a:t>
            </a:r>
            <a:r>
              <a:rPr lang="en-US" sz="2000" b="0" u="none" strike="noStrike">
                <a:solidFill>
                  <a:srgbClr val="000000"/>
                </a:solidFill>
                <a:effectLst/>
                <a:uFillTx/>
                <a:latin typeface="Times New Roman"/>
              </a:rPr>
              <a:t>Available: </a:t>
            </a:r>
            <a:r>
              <a:rPr lang="en-US" sz="2000" b="0" u="sng" strike="noStrike">
                <a:solidFill>
                  <a:srgbClr val="0000FF"/>
                </a:solidFill>
                <a:effectLst/>
                <a:uFillTx/>
                <a:latin typeface="Times New Roman"/>
                <a:hlinkClick r:id="rId1"/>
              </a:rPr>
              <a:t>https://www.researchgate.net/profile/Samuel-Gabriel-6/publication/AI-Driven-Administrative-Systems-and-the-Future-of-Citizen-Government-Interactions.pdf</a:t>
            </a:r>
            <a:r>
              <a:rPr lang="en-US" sz="2000" b="0" u="none" strike="noStrike">
                <a:solidFill>
                  <a:srgbClr val="000000"/>
                </a:solidFill>
                <a:effectLst/>
                <a:uFillTx/>
                <a:latin typeface="Times New Roman"/>
              </a:rPr>
              <a:t> . [Accessed: Nov. 5, 2025].</a:t>
            </a:r>
            <a:endParaRPr lang="en-US" sz="2000" b="0" u="none" strike="noStrike">
              <a:solidFill>
                <a:srgbClr val="000000"/>
              </a:solidFill>
              <a:effectLst/>
              <a:uFillTx/>
              <a:latin typeface="Arial"/>
            </a:endParaRPr>
          </a:p>
          <a:p>
            <a:pPr marL="285840" indent="-171360" defTabSz="914400">
              <a:lnSpc>
                <a:spcPct val="100000"/>
              </a:lnSpc>
              <a:tabLst>
                <a:tab pos="0" algn="l"/>
              </a:tabLst>
            </a:pPr>
            <a:endParaRPr lang="en-US" sz="2000" b="0" u="none" strike="noStrike">
              <a:solidFill>
                <a:srgbClr val="000000"/>
              </a:solidFill>
              <a:effectLst/>
              <a:uFillTx/>
              <a:latin typeface="Arial"/>
            </a:endParaRPr>
          </a:p>
          <a:p>
            <a:pPr marL="285840" indent="-171360" defTabSz="914400">
              <a:lnSpc>
                <a:spcPct val="100000"/>
              </a:lnSpc>
              <a:tabLst>
                <a:tab pos="0" algn="l"/>
              </a:tabLst>
            </a:pPr>
            <a:r>
              <a:rPr lang="en-US" sz="2000" b="0" u="none" strike="noStrike">
                <a:solidFill>
                  <a:srgbClr val="000000"/>
                </a:solidFill>
                <a:effectLst/>
                <a:uFillTx/>
                <a:latin typeface="Times New Roman"/>
              </a:rPr>
              <a:t>[5] A. Costoiu</a:t>
            </a:r>
            <a:r>
              <a:rPr lang="en-US" sz="2000" b="0" i="1" u="none" strike="noStrike">
                <a:solidFill>
                  <a:srgbClr val="000000"/>
                </a:solidFill>
                <a:effectLst/>
                <a:uFillTx/>
                <a:latin typeface="Times New Roman"/>
              </a:rPr>
              <a:t>, “</a:t>
            </a:r>
            <a:r>
              <a:rPr lang="en-US" sz="2000" b="0" u="none" strike="noStrike">
                <a:solidFill>
                  <a:srgbClr val="000000"/>
                </a:solidFill>
                <a:effectLst/>
                <a:uFillTx/>
                <a:latin typeface="Times New Roman"/>
              </a:rPr>
              <a:t>AI literacy as a civic necessity and a human right: Implications for second language learners in a globalized world</a:t>
            </a:r>
            <a:r>
              <a:rPr lang="en-US" sz="2000" b="0" i="1" u="none" strike="noStrike">
                <a:solidFill>
                  <a:srgbClr val="000000"/>
                </a:solidFill>
                <a:effectLst/>
                <a:uFillTx/>
                <a:latin typeface="Times New Roman"/>
              </a:rPr>
              <a:t>,”</a:t>
            </a:r>
            <a:r>
              <a:rPr lang="en-US" sz="2000" b="0" u="none" strike="noStrike">
                <a:solidFill>
                  <a:srgbClr val="000000"/>
                </a:solidFill>
                <a:effectLst/>
                <a:uFillTx/>
                <a:latin typeface="Times New Roman"/>
              </a:rPr>
              <a:t> </a:t>
            </a:r>
            <a:r>
              <a:rPr lang="en-US" sz="2000" b="0" i="1" u="none" strike="noStrike">
                <a:solidFill>
                  <a:srgbClr val="000000"/>
                </a:solidFill>
                <a:effectLst/>
                <a:uFillTx/>
                <a:latin typeface="Times New Roman"/>
              </a:rPr>
              <a:t>Reading Matrix: Int. Online J.</a:t>
            </a:r>
            <a:r>
              <a:rPr lang="en-US" sz="2000" b="0" u="none" strike="noStrike">
                <a:solidFill>
                  <a:srgbClr val="000000"/>
                </a:solidFill>
                <a:effectLst/>
                <a:uFillTx/>
                <a:latin typeface="Times New Roman"/>
              </a:rPr>
              <a:t>, vol. 25, no. 1, 2025. [Online]. Available: </a:t>
            </a:r>
            <a:r>
              <a:rPr lang="en-US" sz="2000" b="0" u="sng" strike="noStrike">
                <a:solidFill>
                  <a:srgbClr val="0000FF"/>
                </a:solidFill>
                <a:effectLst/>
                <a:uFillTx/>
                <a:latin typeface="Times New Roman"/>
                <a:hlinkClick r:id="rId2"/>
              </a:rPr>
              <a:t>https://www.readingmatrix.com/files/34-pu6skrn7.pdf</a:t>
            </a:r>
            <a:r>
              <a:rPr lang="en-US" sz="2000" b="0" u="none" strike="noStrike">
                <a:solidFill>
                  <a:srgbClr val="000000"/>
                </a:solidFill>
                <a:effectLst/>
                <a:uFillTx/>
                <a:latin typeface="Times New Roman"/>
              </a:rPr>
              <a:t>. [Accessed: Nov. 5, 2025].</a:t>
            </a:r>
            <a:endParaRPr lang="en-US" sz="2000" b="0" u="none" strike="noStrike">
              <a:solidFill>
                <a:srgbClr val="000000"/>
              </a:solidFill>
              <a:effectLst/>
              <a:uFillTx/>
              <a:latin typeface="Arial"/>
            </a:endParaRPr>
          </a:p>
          <a:p>
            <a:pPr marL="285840" indent="-171360" defTabSz="914400">
              <a:lnSpc>
                <a:spcPct val="100000"/>
              </a:lnSpc>
              <a:tabLst>
                <a:tab pos="0" algn="l"/>
              </a:tabLst>
            </a:pPr>
            <a:endParaRPr lang="en-US" sz="2000" b="0" u="none" strike="noStrike">
              <a:solidFill>
                <a:srgbClr val="000000"/>
              </a:solidFill>
              <a:effectLst/>
              <a:uFillTx/>
              <a:latin typeface="Arial"/>
            </a:endParaRPr>
          </a:p>
          <a:p>
            <a:pPr marL="285840" indent="-171360" defTabSz="914400">
              <a:lnSpc>
                <a:spcPct val="100000"/>
              </a:lnSpc>
              <a:tabLst>
                <a:tab pos="0" algn="l"/>
              </a:tabLst>
            </a:pPr>
            <a:r>
              <a:rPr lang="en-US" sz="2000" b="0" u="none" strike="noStrike">
                <a:solidFill>
                  <a:srgbClr val="000000"/>
                </a:solidFill>
                <a:effectLst/>
                <a:uFillTx/>
                <a:latin typeface="Times New Roman"/>
              </a:rPr>
              <a:t>[6] S. A. Chauncey and H. P. McKenna</a:t>
            </a:r>
            <a:r>
              <a:rPr lang="en-US" sz="2000" b="0" i="1" u="none" strike="noStrike">
                <a:solidFill>
                  <a:srgbClr val="000000"/>
                </a:solidFill>
                <a:effectLst/>
                <a:uFillTx/>
                <a:latin typeface="Times New Roman"/>
              </a:rPr>
              <a:t>, “</a:t>
            </a:r>
            <a:r>
              <a:rPr lang="en-US" sz="2000" b="0" u="none" strike="noStrike">
                <a:solidFill>
                  <a:srgbClr val="000000"/>
                </a:solidFill>
                <a:effectLst/>
                <a:uFillTx/>
                <a:latin typeface="Times New Roman"/>
              </a:rPr>
              <a:t>Creativity and innovation in civic spaces supported by cognitive flexibility when learning with AI chatbots in smart cities</a:t>
            </a:r>
            <a:r>
              <a:rPr lang="en-US" sz="2000" b="0" i="1" u="none" strike="noStrike">
                <a:solidFill>
                  <a:srgbClr val="000000"/>
                </a:solidFill>
                <a:effectLst/>
                <a:uFillTx/>
                <a:latin typeface="Times New Roman"/>
              </a:rPr>
              <a:t>,”</a:t>
            </a:r>
            <a:r>
              <a:rPr lang="en-US" sz="2000" b="0" u="none" strike="noStrike">
                <a:solidFill>
                  <a:srgbClr val="000000"/>
                </a:solidFill>
                <a:effectLst/>
                <a:uFillTx/>
                <a:latin typeface="Times New Roman"/>
              </a:rPr>
              <a:t> </a:t>
            </a:r>
            <a:r>
              <a:rPr lang="en-US" sz="2000" b="0" i="1" u="none" strike="noStrike">
                <a:solidFill>
                  <a:srgbClr val="000000"/>
                </a:solidFill>
                <a:effectLst/>
                <a:uFillTx/>
                <a:latin typeface="Times New Roman"/>
              </a:rPr>
              <a:t>Urban Sci.</a:t>
            </a:r>
            <a:r>
              <a:rPr lang="en-US" sz="2000" b="0" u="none" strike="noStrike">
                <a:solidFill>
                  <a:srgbClr val="000000"/>
                </a:solidFill>
                <a:effectLst/>
                <a:uFillTx/>
                <a:latin typeface="Times New Roman"/>
              </a:rPr>
              <a:t>, vol. 8, no. 1, p. 16, 2024, doi: 10.3390/urbansci8010016.</a:t>
            </a:r>
            <a:endParaRPr lang="en-US" sz="2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 name="PlaceHolder 1"/>
          <p:cNvSpPr>
            <a:spLocks noGrp="1"/>
          </p:cNvSpPr>
          <p:nvPr>
            <p:ph type="title"/>
          </p:nvPr>
        </p:nvSpPr>
        <p:spPr>
          <a:xfrm>
            <a:off x="1349640" y="326520"/>
            <a:ext cx="10254240" cy="505440"/>
          </a:xfrm>
          <a:prstGeom prst="rect">
            <a:avLst/>
          </a:prstGeom>
          <a:noFill/>
          <a:ln w="0">
            <a:noFill/>
          </a:ln>
        </p:spPr>
        <p:txBody>
          <a:bodyPr lIns="0" tIns="12600" rIns="0" bIns="0" anchor="t">
            <a:spAutoFit/>
          </a:bodyPr>
          <a:p>
            <a:pPr marL="12600" indent="0" algn="ctr">
              <a:lnSpc>
                <a:spcPct val="100000"/>
              </a:lnSpc>
              <a:spcBef>
                <a:spcPts val="1899"/>
              </a:spcBef>
              <a:buNone/>
              <a:tabLst>
                <a:tab pos="592560" algn="l"/>
              </a:tabLst>
            </a:pPr>
            <a:r>
              <a:rPr lang="en-US" sz="3200" b="0" u="none" spc="-11" strike="noStrike">
                <a:solidFill>
                  <a:schemeClr val="lt1"/>
                </a:solidFill>
                <a:effectLst/>
                <a:uFillTx/>
                <a:latin typeface="Times New Roman"/>
                <a:ea typeface="Cambria"/>
              </a:rPr>
              <a:t>References</a:t>
            </a:r>
            <a:endParaRPr lang="en-US" sz="3200" b="0" u="none" strike="noStrike">
              <a:solidFill>
                <a:srgbClr val="000000"/>
              </a:solidFill>
              <a:effectLst/>
              <a:uFillTx/>
              <a:latin typeface="Calibri"/>
            </a:endParaRPr>
          </a:p>
        </p:txBody>
      </p:sp>
      <p:sp>
        <p:nvSpPr>
          <p:cNvPr id="128" name="PlaceHolder 2"/>
          <p:cNvSpPr>
            <a:spLocks noGrp="1"/>
          </p:cNvSpPr>
          <p:nvPr>
            <p:ph type="dt" idx="64"/>
          </p:nvPr>
        </p:nvSpPr>
        <p:spPr>
          <a:xfrm>
            <a:off x="179640" y="6441120"/>
            <a:ext cx="1124280" cy="436320"/>
          </a:xfrm>
          <a:prstGeom prst="rect">
            <a:avLst/>
          </a:prstGeom>
          <a:noFill/>
          <a:ln w="0">
            <a:noFill/>
          </a:ln>
        </p:spPr>
        <p:txBody>
          <a:bodyPr lIns="0" tIns="0" rIns="0" bIns="0" anchor="t">
            <a:spAutoFit/>
          </a:bodyPr>
          <a:lstStyle>
            <a:lvl1pPr marL="12600" indent="0" algn="l">
              <a:lnSpc>
                <a:spcPts val="1664"/>
              </a:lnSpc>
              <a:buNone/>
              <a:defRPr lang="en-US" sz="1600" b="1" u="none" spc="-20" strike="noStrike">
                <a:solidFill>
                  <a:srgbClr val="888888"/>
                </a:solidFill>
                <a:effectLst/>
                <a:uFillTx/>
                <a:latin typeface="Cambria"/>
              </a:defRPr>
            </a:lvl1pPr>
          </a:lstStyle>
          <a:p>
            <a:pPr marL="12600" indent="0" algn="l">
              <a:lnSpc>
                <a:spcPts val="1664"/>
              </a:lnSpc>
              <a:buNone/>
            </a:pPr>
            <a:fld id="{CDB7A241-2BBE-4838-954E-086602B9380D}" type="datetime1">
              <a:rPr lang="en-US" sz="1600" b="1" u="none" spc="-20" strike="noStrike">
                <a:solidFill>
                  <a:srgbClr val="888888"/>
                </a:solidFill>
                <a:effectLst/>
                <a:uFillTx/>
                <a:latin typeface="Cambria"/>
              </a:rPr>
              <a:t>04/27/2026</a:t>
            </a:fld>
            <a:endParaRPr lang="en-US" sz="1600" b="0" u="none" strike="noStrike">
              <a:solidFill>
                <a:srgbClr val="000000"/>
              </a:solidFill>
              <a:effectLst/>
              <a:uFillTx/>
              <a:latin typeface="Times New Roman"/>
            </a:endParaRPr>
          </a:p>
        </p:txBody>
      </p:sp>
      <p:sp>
        <p:nvSpPr>
          <p:cNvPr id="129" name="PlaceHolder 3"/>
          <p:cNvSpPr>
            <a:spLocks noGrp="1"/>
          </p:cNvSpPr>
          <p:nvPr>
            <p:ph type="ftr" idx="65"/>
          </p:nvPr>
        </p:nvSpPr>
        <p:spPr>
          <a:xfrm>
            <a:off x="4074120" y="6441120"/>
            <a:ext cx="4679640" cy="244080"/>
          </a:xfrm>
          <a:prstGeom prst="rect">
            <a:avLst/>
          </a:prstGeom>
          <a:noFill/>
          <a:ln w="0">
            <a:noFill/>
          </a:ln>
        </p:spPr>
        <p:txBody>
          <a:bodyPr lIns="0" tIns="0" rIns="0" bIns="0" anchor="t">
            <a:spAutoFit/>
          </a:bodyPr>
          <a:lstStyle>
            <a:lvl1pPr marL="12600" indent="0" algn="l">
              <a:lnSpc>
                <a:spcPts val="1664"/>
              </a:lnSpc>
              <a:buNone/>
              <a:defRPr lang="en-US" sz="1600" b="1" u="none" spc="-11" strike="noStrike">
                <a:solidFill>
                  <a:srgbClr val="888888"/>
                </a:solidFill>
                <a:effectLst/>
                <a:uFillTx/>
                <a:latin typeface="Cambria"/>
              </a:defRPr>
            </a:lvl1pPr>
          </a:lstStyle>
          <a:p>
            <a:pPr marL="12600" indent="0" algn="l">
              <a:lnSpc>
                <a:spcPts val="1664"/>
              </a:lnSpc>
              <a:buNone/>
            </a:pPr>
            <a:r>
              <a:rPr lang="en-US" sz="1600" b="1" u="none" spc="-11" strike="noStrike">
                <a:solidFill>
                  <a:srgbClr val="888888"/>
                </a:solidFill>
                <a:effectLst/>
                <a:uFillTx/>
                <a:latin typeface="Cambria"/>
              </a:rPr>
              <a:t>Department</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of</a:t>
            </a:r>
            <a:r>
              <a:rPr lang="en-US" sz="1600" b="1" u="none" spc="-31" strike="noStrike">
                <a:solidFill>
                  <a:srgbClr val="888888"/>
                </a:solidFill>
                <a:effectLst/>
                <a:uFillTx/>
                <a:latin typeface="Cambria"/>
              </a:rPr>
              <a:t> </a:t>
            </a:r>
            <a:r>
              <a:rPr lang="en-US" sz="1600" b="1" u="none" spc="-11" strike="noStrike">
                <a:solidFill>
                  <a:srgbClr val="888888"/>
                </a:solidFill>
                <a:effectLst/>
                <a:uFillTx/>
                <a:latin typeface="Cambria"/>
              </a:rPr>
              <a:t>Information</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Science</a:t>
            </a:r>
            <a:r>
              <a:rPr lang="en-US" sz="1600" b="1" u="none" spc="-31" strike="noStrike">
                <a:solidFill>
                  <a:srgbClr val="888888"/>
                </a:solidFill>
                <a:effectLst/>
                <a:uFillTx/>
                <a:latin typeface="Cambria"/>
              </a:rPr>
              <a:t> </a:t>
            </a:r>
            <a:r>
              <a:rPr lang="en-US" sz="1600" b="1" u="none" strike="noStrike">
                <a:solidFill>
                  <a:srgbClr val="888888"/>
                </a:solidFill>
                <a:effectLst/>
                <a:uFillTx/>
                <a:latin typeface="Cambria"/>
              </a:rPr>
              <a:t>&amp;</a:t>
            </a:r>
            <a:r>
              <a:rPr lang="en-US" sz="1600" b="1" u="none" spc="-34" strike="noStrike">
                <a:solidFill>
                  <a:srgbClr val="888888"/>
                </a:solidFill>
                <a:effectLst/>
                <a:uFillTx/>
                <a:latin typeface="Cambria"/>
              </a:rPr>
              <a:t> </a:t>
            </a:r>
            <a:r>
              <a:rPr lang="en-US" sz="1600" b="1" u="none" spc="-11" strike="noStrike">
                <a:solidFill>
                  <a:srgbClr val="888888"/>
                </a:solidFill>
                <a:effectLst/>
                <a:uFillTx/>
                <a:latin typeface="Cambria"/>
              </a:rPr>
              <a:t>Engineering</a:t>
            </a:r>
            <a:endParaRPr lang="en-US" sz="1600" b="0" u="none" strike="noStrike">
              <a:solidFill>
                <a:srgbClr val="000000"/>
              </a:solidFill>
              <a:effectLst/>
              <a:uFillTx/>
              <a:latin typeface="Times New Roman"/>
            </a:endParaRPr>
          </a:p>
        </p:txBody>
      </p:sp>
      <p:sp>
        <p:nvSpPr>
          <p:cNvPr id="130" name="PlaceHolder 4"/>
          <p:cNvSpPr>
            <a:spLocks noGrp="1"/>
          </p:cNvSpPr>
          <p:nvPr>
            <p:ph type="sldNum" idx="66"/>
          </p:nvPr>
        </p:nvSpPr>
        <p:spPr>
          <a:xfrm>
            <a:off x="11841120" y="6441120"/>
            <a:ext cx="578880" cy="244080"/>
          </a:xfrm>
          <a:prstGeom prst="rect">
            <a:avLst/>
          </a:prstGeom>
          <a:noFill/>
          <a:ln w="0">
            <a:noFill/>
          </a:ln>
        </p:spPr>
        <p:txBody>
          <a:bodyPr lIns="0" tIns="0" rIns="0" bIns="0" anchor="t">
            <a:spAutoFit/>
          </a:bodyPr>
          <a:lstStyle>
            <a:lvl1pPr marL="38160" indent="0" algn="l">
              <a:lnSpc>
                <a:spcPts val="1664"/>
              </a:lnSpc>
              <a:buNone/>
              <a:defRPr lang="en-US" sz="1600" b="1" u="none" spc="-51" strike="noStrike">
                <a:solidFill>
                  <a:srgbClr val="888888"/>
                </a:solidFill>
                <a:effectLst/>
                <a:uFillTx/>
                <a:latin typeface="Cambria"/>
              </a:defRPr>
            </a:lvl1pPr>
          </a:lstStyle>
          <a:p>
            <a:pPr marL="38160" indent="0" algn="l">
              <a:lnSpc>
                <a:spcPts val="1664"/>
              </a:lnSpc>
              <a:buNone/>
            </a:pPr>
            <a:fld id="{C87D7987-8348-4654-837F-D3C2191D00E9}" type="slidenum">
              <a:rPr lang="en-US" sz="1600" b="1" u="none" spc="-51" strike="noStrike">
                <a:solidFill>
                  <a:srgbClr val="888888"/>
                </a:solidFill>
                <a:effectLst/>
                <a:uFillTx/>
                <a:latin typeface="Cambria"/>
              </a:rPr>
              <a:t>&lt;number&gt;</a:t>
            </a:fld>
            <a:endParaRPr lang="en-US" sz="1600" b="0" u="none" strike="noStrike">
              <a:solidFill>
                <a:srgbClr val="000000"/>
              </a:solidFill>
              <a:effectLst/>
              <a:uFillTx/>
              <a:latin typeface="Times New Roman"/>
            </a:endParaRPr>
          </a:p>
        </p:txBody>
      </p:sp>
      <p:sp>
        <p:nvSpPr>
          <p:cNvPr id="131" name="Google Shape;150;p20"/>
          <p:cNvSpPr/>
          <p:nvPr/>
        </p:nvSpPr>
        <p:spPr>
          <a:xfrm>
            <a:off x="977040" y="1600200"/>
            <a:ext cx="10237320" cy="4399200"/>
          </a:xfrm>
          <a:prstGeom prst="rect">
            <a:avLst/>
          </a:prstGeom>
          <a:noFill/>
          <a:ln w="0">
            <a:noFill/>
          </a:ln>
        </p:spPr>
        <p:style>
          <a:lnRef idx="0"/>
          <a:fillRef idx="0"/>
          <a:effectRef idx="0"/>
          <a:fontRef idx="minor"/>
        </p:style>
        <p:txBody>
          <a:bodyPr lIns="90000" tIns="45000" rIns="90000" bIns="45000" anchor="t">
            <a:spAutoFit/>
          </a:bodyPr>
          <a:p>
            <a:pPr marL="285840" indent="-171360" defTabSz="914400">
              <a:lnSpc>
                <a:spcPct val="100000"/>
              </a:lnSpc>
              <a:tabLst>
                <a:tab pos="0" algn="l"/>
              </a:tabLst>
            </a:pPr>
            <a:r>
              <a:rPr lang="en-US" sz="2000" b="0" u="none" strike="noStrike">
                <a:solidFill>
                  <a:srgbClr val="000000"/>
                </a:solidFill>
                <a:effectLst/>
                <a:uFillTx/>
                <a:latin typeface="Times New Roman"/>
              </a:rPr>
              <a:t>[7] S. Davis, “Inquiry into AI as related to emergency management,” </a:t>
            </a:r>
            <a:r>
              <a:rPr lang="en-US" sz="2000" b="0" i="1" u="none" strike="noStrike">
                <a:solidFill>
                  <a:srgbClr val="000000"/>
                </a:solidFill>
                <a:effectLst/>
                <a:uFillTx/>
                <a:latin typeface="Times New Roman"/>
              </a:rPr>
              <a:t>Bush School of Government and Public Service, Texas A&amp;M University, College Station</a:t>
            </a:r>
            <a:r>
              <a:rPr lang="en-US" sz="2000" b="0" u="none" strike="noStrike">
                <a:solidFill>
                  <a:srgbClr val="000000"/>
                </a:solidFill>
                <a:effectLst/>
                <a:uFillTx/>
                <a:latin typeface="Times New Roman"/>
              </a:rPr>
              <a:t>, TX, USA, Final Report, 2025. [Online]. Available: </a:t>
            </a:r>
            <a:r>
              <a:rPr lang="en-US" sz="2000" b="0" u="sng" strike="noStrike">
                <a:solidFill>
                  <a:srgbClr val="0000FF"/>
                </a:solidFill>
                <a:effectLst/>
                <a:uFillTx/>
                <a:latin typeface="Times New Roman"/>
                <a:hlinkClick r:id="rId1"/>
              </a:rPr>
              <a:t>https://bush.tamu.edu/wp-content/uploads/2025/06/Davis_Final-Report_Inquiry-into-AI-as-related-to-Emerg-Mgmt_24-25.pdf</a:t>
            </a:r>
            <a:r>
              <a:rPr lang="en-US" sz="2000" b="0" u="none" strike="noStrike">
                <a:solidFill>
                  <a:srgbClr val="000000"/>
                </a:solidFill>
                <a:effectLst/>
                <a:uFillTx/>
                <a:latin typeface="Times New Roman"/>
              </a:rPr>
              <a:t>. [Accessed: Nov. 5, 2025].</a:t>
            </a:r>
            <a:endParaRPr lang="en-US" sz="2000" b="0" u="none" strike="noStrike">
              <a:solidFill>
                <a:srgbClr val="000000"/>
              </a:solidFill>
              <a:effectLst/>
              <a:uFillTx/>
              <a:latin typeface="Arial"/>
            </a:endParaRPr>
          </a:p>
          <a:p>
            <a:pPr marL="285840" indent="-171360" defTabSz="914400">
              <a:lnSpc>
                <a:spcPct val="100000"/>
              </a:lnSpc>
              <a:tabLst>
                <a:tab pos="0" algn="l"/>
              </a:tabLst>
            </a:pPr>
            <a:endParaRPr lang="en-US" sz="2000" b="0" u="none" strike="noStrike">
              <a:solidFill>
                <a:srgbClr val="000000"/>
              </a:solidFill>
              <a:effectLst/>
              <a:uFillTx/>
              <a:latin typeface="Arial"/>
            </a:endParaRPr>
          </a:p>
          <a:p>
            <a:pPr marL="285840" indent="-171360" defTabSz="914400">
              <a:lnSpc>
                <a:spcPct val="100000"/>
              </a:lnSpc>
              <a:tabLst>
                <a:tab pos="0" algn="l"/>
              </a:tabLst>
            </a:pPr>
            <a:r>
              <a:rPr lang="en-US" sz="2000" b="0" u="none" strike="noStrike">
                <a:solidFill>
                  <a:srgbClr val="000000"/>
                </a:solidFill>
                <a:effectLst/>
                <a:uFillTx/>
                <a:latin typeface="Times New Roman"/>
              </a:rPr>
              <a:t>[8] M. E. Candelario, “Artificial intelligence for urban resilience and disaster risk management,” </a:t>
            </a:r>
            <a:r>
              <a:rPr lang="en-US" sz="2000" b="0" i="1" u="none" strike="noStrike">
                <a:solidFill>
                  <a:srgbClr val="000000"/>
                </a:solidFill>
                <a:effectLst/>
                <a:uFillTx/>
                <a:latin typeface="Times New Roman"/>
              </a:rPr>
              <a:t>Urban Sci.</a:t>
            </a:r>
            <a:r>
              <a:rPr lang="en-US" sz="2000" b="0" u="none" strike="noStrike">
                <a:solidFill>
                  <a:srgbClr val="000000"/>
                </a:solidFill>
                <a:effectLst/>
                <a:uFillTx/>
                <a:latin typeface="Times New Roman"/>
              </a:rPr>
              <a:t>, vol. 8, no. 1, p. 16, 2024, doi: 10.3390/urbansci8010016.</a:t>
            </a:r>
            <a:endParaRPr lang="en-US" sz="2000" b="0" u="none" strike="noStrike">
              <a:solidFill>
                <a:srgbClr val="000000"/>
              </a:solidFill>
              <a:effectLst/>
              <a:uFillTx/>
              <a:latin typeface="Arial"/>
            </a:endParaRPr>
          </a:p>
          <a:p>
            <a:pPr marL="285840" indent="-171360" defTabSz="914400">
              <a:lnSpc>
                <a:spcPct val="100000"/>
              </a:lnSpc>
              <a:tabLst>
                <a:tab pos="0" algn="l"/>
              </a:tabLst>
            </a:pPr>
            <a:endParaRPr lang="en-US" sz="2000" b="0" u="none" strike="noStrike">
              <a:solidFill>
                <a:srgbClr val="000000"/>
              </a:solidFill>
              <a:effectLst/>
              <a:uFillTx/>
              <a:latin typeface="Arial"/>
            </a:endParaRPr>
          </a:p>
          <a:p>
            <a:pPr defTabSz="914400">
              <a:lnSpc>
                <a:spcPct val="100000"/>
              </a:lnSpc>
              <a:tabLst>
                <a:tab pos="0" algn="l"/>
              </a:tabLst>
            </a:pPr>
            <a:r>
              <a:rPr lang="en-US" sz="2000" b="0" u="none" strike="noStrike">
                <a:solidFill>
                  <a:srgbClr val="000000"/>
                </a:solidFill>
                <a:effectLst/>
                <a:uFillTx/>
                <a:latin typeface="Times New Roman"/>
              </a:rPr>
              <a:t> [9] H. K. Singh and R. Sharma, “AI in emergency management systems: Integration and ethical implications,” </a:t>
            </a:r>
            <a:r>
              <a:rPr lang="en-US" sz="2000" b="0" i="1" u="none" strike="noStrike">
                <a:solidFill>
                  <a:srgbClr val="000000"/>
                </a:solidFill>
                <a:effectLst/>
                <a:uFillTx/>
                <a:latin typeface="Times New Roman"/>
              </a:rPr>
              <a:t>Urban Sci.</a:t>
            </a:r>
            <a:r>
              <a:rPr lang="en-US" sz="2000" b="0" u="none" strike="noStrike">
                <a:solidFill>
                  <a:srgbClr val="000000"/>
                </a:solidFill>
                <a:effectLst/>
                <a:uFillTx/>
                <a:latin typeface="Times New Roman"/>
              </a:rPr>
              <a:t>, vol. 9, no. 7, p. 249, 2025, doi: 10.3390/urbansci9070249.</a:t>
            </a:r>
            <a:endParaRPr lang="en-US" sz="2000" b="0" u="none" strike="noStrike">
              <a:solidFill>
                <a:srgbClr val="000000"/>
              </a:solidFill>
              <a:effectLst/>
              <a:uFillTx/>
              <a:latin typeface="Arial"/>
            </a:endParaRPr>
          </a:p>
          <a:p>
            <a:pPr defTabSz="914400">
              <a:lnSpc>
                <a:spcPct val="100000"/>
              </a:lnSpc>
              <a:tabLst>
                <a:tab pos="0" algn="l"/>
              </a:tabLst>
            </a:pPr>
            <a:endParaRPr lang="en-US" sz="2000" b="0" u="none" strike="noStrike">
              <a:solidFill>
                <a:srgbClr val="000000"/>
              </a:solidFill>
              <a:effectLst/>
              <a:uFillTx/>
              <a:latin typeface="Arial"/>
            </a:endParaRPr>
          </a:p>
          <a:p>
            <a:pPr defTabSz="914400">
              <a:lnSpc>
                <a:spcPct val="100000"/>
              </a:lnSpc>
              <a:tabLst>
                <a:tab pos="0" algn="l"/>
              </a:tabLst>
            </a:pPr>
            <a:r>
              <a:rPr lang="en-US" sz="2000" b="0" u="none" strike="noStrike">
                <a:solidFill>
                  <a:srgbClr val="000000"/>
                </a:solidFill>
                <a:effectLst/>
                <a:uFillTx/>
                <a:latin typeface="Times New Roman"/>
              </a:rPr>
              <a:t> [10] P. Lévy, “Artificial intelligence, society, and the ethics of technological mediation,” </a:t>
            </a:r>
            <a:r>
              <a:rPr lang="en-US" sz="2000" b="0" i="1" u="none" strike="noStrike">
                <a:solidFill>
                  <a:srgbClr val="000000"/>
                </a:solidFill>
                <a:effectLst/>
                <a:uFillTx/>
                <a:latin typeface="Times New Roman"/>
              </a:rPr>
              <a:t>HAL Archives Ouvertes</a:t>
            </a:r>
            <a:r>
              <a:rPr lang="en-US" sz="2000" b="0" u="none" strike="noStrike">
                <a:solidFill>
                  <a:srgbClr val="000000"/>
                </a:solidFill>
                <a:effectLst/>
                <a:uFillTx/>
                <a:latin typeface="Times New Roman"/>
              </a:rPr>
              <a:t>, 2024. [Online]. Available: </a:t>
            </a:r>
            <a:r>
              <a:rPr lang="en-US" sz="2000" b="0" u="sng" strike="noStrike">
                <a:solidFill>
                  <a:srgbClr val="0000FF"/>
                </a:solidFill>
                <a:effectLst/>
                <a:uFillTx/>
                <a:latin typeface="Times New Roman"/>
                <a:hlinkClick r:id="rId2"/>
              </a:rPr>
              <a:t>https://hal.science/hal-05140138/</a:t>
            </a:r>
            <a:endParaRPr lang="en-US" sz="2000" b="0" u="none" strike="noStrike">
              <a:solidFill>
                <a:srgbClr val="000000"/>
              </a:solidFill>
              <a:effectLst/>
              <a:uFillTx/>
              <a:latin typeface="Arial"/>
            </a:endParaRPr>
          </a:p>
          <a:p>
            <a:pPr marL="285840" indent="-171360" defTabSz="914400">
              <a:lnSpc>
                <a:spcPct val="100000"/>
              </a:lnSpc>
              <a:tabLst>
                <a:tab pos="0" algn="l"/>
              </a:tabLst>
            </a:pPr>
            <a:endParaRPr lang="en-US" sz="2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 name="PlaceHolder 1"/>
          <p:cNvSpPr>
            <a:spLocks noGrp="1"/>
          </p:cNvSpPr>
          <p:nvPr>
            <p:ph type="title"/>
          </p:nvPr>
        </p:nvSpPr>
        <p:spPr>
          <a:xfrm>
            <a:off x="3983760" y="2868480"/>
            <a:ext cx="3281400" cy="635040"/>
          </a:xfrm>
          <a:prstGeom prst="rect">
            <a:avLst/>
          </a:prstGeom>
          <a:noFill/>
          <a:ln w="0">
            <a:noFill/>
          </a:ln>
        </p:spPr>
        <p:txBody>
          <a:bodyPr lIns="0" tIns="12600" rIns="0" bIns="0" anchor="t">
            <a:spAutoFit/>
          </a:bodyPr>
          <a:p>
            <a:pPr marL="12600" indent="0" algn="l">
              <a:lnSpc>
                <a:spcPct val="100000"/>
              </a:lnSpc>
              <a:spcBef>
                <a:spcPts val="99"/>
              </a:spcBef>
              <a:buNone/>
            </a:pPr>
            <a:r>
              <a:rPr lang="en-US" sz="4000" b="1" u="none" strike="noStrike">
                <a:solidFill>
                  <a:srgbClr val="000000"/>
                </a:solidFill>
                <a:effectLst/>
                <a:uFillTx/>
                <a:latin typeface="Palatino Linotype"/>
              </a:rPr>
              <a:t>THANK</a:t>
            </a:r>
            <a:r>
              <a:rPr lang="en-US" sz="4000" b="1" u="none" spc="-26" strike="noStrike">
                <a:solidFill>
                  <a:srgbClr val="000000"/>
                </a:solidFill>
                <a:effectLst/>
                <a:uFillTx/>
                <a:latin typeface="Palatino Linotype"/>
              </a:rPr>
              <a:t> YOU</a:t>
            </a:r>
            <a:endParaRPr lang="en-US" sz="4000" b="0" u="none" strike="noStrike">
              <a:solidFill>
                <a:srgbClr val="000000"/>
              </a:solidFill>
              <a:effectLst/>
              <a:uFillTx/>
              <a:latin typeface="Calibri"/>
            </a:endParaRPr>
          </a:p>
        </p:txBody>
      </p:sp>
      <p:sp>
        <p:nvSpPr>
          <p:cNvPr id="133" name="PlaceHolder 2"/>
          <p:cNvSpPr>
            <a:spLocks noGrp="1"/>
          </p:cNvSpPr>
          <p:nvPr>
            <p:ph type="dt" idx="67"/>
          </p:nvPr>
        </p:nvSpPr>
        <p:spPr>
          <a:xfrm>
            <a:off x="179640" y="6441120"/>
            <a:ext cx="1124280" cy="244080"/>
          </a:xfrm>
          <a:prstGeom prst="rect">
            <a:avLst/>
          </a:prstGeom>
          <a:noFill/>
          <a:ln w="0">
            <a:noFill/>
          </a:ln>
        </p:spPr>
        <p:txBody>
          <a:bodyPr lIns="0" tIns="0" rIns="0" bIns="0" anchor="t">
            <a:spAutoFit/>
          </a:bodyPr>
          <a:lstStyle>
            <a:lvl1pPr marL="12600" indent="0" algn="l">
              <a:lnSpc>
                <a:spcPts val="1664"/>
              </a:lnSpc>
              <a:buNone/>
              <a:defRPr lang="en-US" sz="1600" b="1" u="none" spc="-20" strike="noStrike">
                <a:solidFill>
                  <a:srgbClr val="888888"/>
                </a:solidFill>
                <a:effectLst/>
                <a:uFillTx/>
                <a:latin typeface="Cambria"/>
              </a:defRPr>
            </a:lvl1pPr>
          </a:lstStyle>
          <a:p>
            <a:pPr marL="12600" indent="0" algn="l">
              <a:lnSpc>
                <a:spcPts val="1664"/>
              </a:lnSpc>
              <a:buNone/>
            </a:pPr>
            <a:fld id="{F35C79B4-4D5C-4D16-A5C5-43BD84EFB69C}" type="datetime1">
              <a:rPr lang="en-US" sz="1600" b="1" u="none" spc="-20" strike="noStrike">
                <a:solidFill>
                  <a:srgbClr val="888888"/>
                </a:solidFill>
                <a:effectLst/>
                <a:uFillTx/>
                <a:latin typeface="Cambria"/>
              </a:rPr>
              <a:t>04/27/2026</a:t>
            </a:fld>
            <a:endParaRPr lang="en-US" sz="1600" b="0" u="none" strike="noStrike">
              <a:solidFill>
                <a:srgbClr val="000000"/>
              </a:solidFill>
              <a:effectLst/>
              <a:uFillTx/>
              <a:latin typeface="Times New Roman"/>
            </a:endParaRPr>
          </a:p>
        </p:txBody>
      </p:sp>
      <p:sp>
        <p:nvSpPr>
          <p:cNvPr id="134" name="PlaceHolder 3"/>
          <p:cNvSpPr>
            <a:spLocks noGrp="1"/>
          </p:cNvSpPr>
          <p:nvPr>
            <p:ph type="ftr" idx="68"/>
          </p:nvPr>
        </p:nvSpPr>
        <p:spPr>
          <a:xfrm>
            <a:off x="4074120" y="6441120"/>
            <a:ext cx="4679640" cy="244080"/>
          </a:xfrm>
          <a:prstGeom prst="rect">
            <a:avLst/>
          </a:prstGeom>
          <a:noFill/>
          <a:ln w="0">
            <a:noFill/>
          </a:ln>
        </p:spPr>
        <p:txBody>
          <a:bodyPr lIns="0" tIns="0" rIns="0" bIns="0" anchor="t">
            <a:spAutoFit/>
          </a:bodyPr>
          <a:lstStyle>
            <a:lvl1pPr marL="12600" indent="0" algn="l">
              <a:lnSpc>
                <a:spcPts val="1664"/>
              </a:lnSpc>
              <a:buNone/>
              <a:defRPr lang="en-US" sz="1600" b="1" u="none" spc="-11" strike="noStrike">
                <a:solidFill>
                  <a:srgbClr val="888888"/>
                </a:solidFill>
                <a:effectLst/>
                <a:uFillTx/>
                <a:latin typeface="Cambria"/>
              </a:defRPr>
            </a:lvl1pPr>
          </a:lstStyle>
          <a:p>
            <a:pPr marL="12600" indent="0" algn="l">
              <a:lnSpc>
                <a:spcPts val="1664"/>
              </a:lnSpc>
              <a:buNone/>
            </a:pPr>
            <a:r>
              <a:rPr lang="en-US" sz="1600" b="1" u="none" spc="-11" strike="noStrike">
                <a:solidFill>
                  <a:srgbClr val="888888"/>
                </a:solidFill>
                <a:effectLst/>
                <a:uFillTx/>
                <a:latin typeface="Cambria"/>
              </a:rPr>
              <a:t>Department</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of</a:t>
            </a:r>
            <a:r>
              <a:rPr lang="en-US" sz="1600" b="1" u="none" spc="-31" strike="noStrike">
                <a:solidFill>
                  <a:srgbClr val="888888"/>
                </a:solidFill>
                <a:effectLst/>
                <a:uFillTx/>
                <a:latin typeface="Cambria"/>
              </a:rPr>
              <a:t> </a:t>
            </a:r>
            <a:r>
              <a:rPr lang="en-US" sz="1600" b="1" u="none" spc="-11" strike="noStrike">
                <a:solidFill>
                  <a:srgbClr val="888888"/>
                </a:solidFill>
                <a:effectLst/>
                <a:uFillTx/>
                <a:latin typeface="Cambria"/>
              </a:rPr>
              <a:t>Information</a:t>
            </a:r>
            <a:r>
              <a:rPr lang="en-US" sz="1600" b="1" u="none" spc="-34" strike="noStrike">
                <a:solidFill>
                  <a:srgbClr val="888888"/>
                </a:solidFill>
                <a:effectLst/>
                <a:uFillTx/>
                <a:latin typeface="Cambria"/>
              </a:rPr>
              <a:t> </a:t>
            </a:r>
            <a:r>
              <a:rPr lang="en-US" sz="1600" b="1" u="none" strike="noStrike">
                <a:solidFill>
                  <a:srgbClr val="888888"/>
                </a:solidFill>
                <a:effectLst/>
                <a:uFillTx/>
                <a:latin typeface="Cambria"/>
              </a:rPr>
              <a:t>Science</a:t>
            </a:r>
            <a:r>
              <a:rPr lang="en-US" sz="1600" b="1" u="none" spc="-31" strike="noStrike">
                <a:solidFill>
                  <a:srgbClr val="888888"/>
                </a:solidFill>
                <a:effectLst/>
                <a:uFillTx/>
                <a:latin typeface="Cambria"/>
              </a:rPr>
              <a:t> </a:t>
            </a:r>
            <a:r>
              <a:rPr lang="en-US" sz="1600" b="1" u="none" strike="noStrike">
                <a:solidFill>
                  <a:srgbClr val="888888"/>
                </a:solidFill>
                <a:effectLst/>
                <a:uFillTx/>
                <a:latin typeface="Cambria"/>
              </a:rPr>
              <a:t>&amp;</a:t>
            </a:r>
            <a:r>
              <a:rPr lang="en-US" sz="1600" b="1" u="none" spc="-34" strike="noStrike">
                <a:solidFill>
                  <a:srgbClr val="888888"/>
                </a:solidFill>
                <a:effectLst/>
                <a:uFillTx/>
                <a:latin typeface="Cambria"/>
              </a:rPr>
              <a:t> </a:t>
            </a:r>
            <a:r>
              <a:rPr lang="en-US" sz="1600" b="1" u="none" spc="-11" strike="noStrike">
                <a:solidFill>
                  <a:srgbClr val="888888"/>
                </a:solidFill>
                <a:effectLst/>
                <a:uFillTx/>
                <a:latin typeface="Cambria"/>
              </a:rPr>
              <a:t>Engineering</a:t>
            </a:r>
            <a:endParaRPr lang="en-US" sz="1600" b="0" u="none" strike="noStrike">
              <a:solidFill>
                <a:srgbClr val="000000"/>
              </a:solidFill>
              <a:effectLst/>
              <a:uFillTx/>
              <a:latin typeface="Times New Roman"/>
            </a:endParaRPr>
          </a:p>
        </p:txBody>
      </p:sp>
      <p:sp>
        <p:nvSpPr>
          <p:cNvPr id="135" name="PlaceHolder 4"/>
          <p:cNvSpPr>
            <a:spLocks noGrp="1"/>
          </p:cNvSpPr>
          <p:nvPr>
            <p:ph type="sldNum" idx="69"/>
          </p:nvPr>
        </p:nvSpPr>
        <p:spPr>
          <a:xfrm>
            <a:off x="11608200" y="6452280"/>
            <a:ext cx="807480" cy="244080"/>
          </a:xfrm>
          <a:prstGeom prst="rect">
            <a:avLst/>
          </a:prstGeom>
          <a:noFill/>
          <a:ln w="0">
            <a:noFill/>
          </a:ln>
        </p:spPr>
        <p:txBody>
          <a:bodyPr lIns="0" tIns="0" rIns="0" bIns="0" anchor="t">
            <a:spAutoFit/>
          </a:bodyPr>
          <a:lstStyle>
            <a:lvl1pPr marL="38160" indent="0" algn="l">
              <a:lnSpc>
                <a:spcPts val="1664"/>
              </a:lnSpc>
              <a:buNone/>
              <a:defRPr lang="en-US" sz="1600" b="1" u="none" spc="-51" strike="noStrike">
                <a:solidFill>
                  <a:srgbClr val="888888"/>
                </a:solidFill>
                <a:effectLst/>
                <a:uFillTx/>
                <a:latin typeface="Cambria"/>
              </a:defRPr>
            </a:lvl1pPr>
          </a:lstStyle>
          <a:p>
            <a:pPr marL="38160" indent="0" algn="l">
              <a:lnSpc>
                <a:spcPts val="1664"/>
              </a:lnSpc>
              <a:buNone/>
            </a:pPr>
            <a:fld id="{B1560779-099E-4D6B-8C82-E805E4C00BD0}" type="slidenum">
              <a:rPr lang="en-US" sz="1600" b="1" u="none" spc="-51" strike="noStrike">
                <a:solidFill>
                  <a:srgbClr val="888888"/>
                </a:solidFill>
                <a:effectLst/>
                <a:uFillTx/>
                <a:latin typeface="Cambria"/>
              </a:rPr>
              <a:t>&lt;number&gt;</a:t>
            </a:fld>
            <a:endParaRPr lang="en-US" sz="16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388</TotalTime>
  <Application>LibreOffice/26.2.2.2$Linux_X86_64 LibreOffice_project/620$Build-2</Application>
  <AppVersion>15.0000</AppVersion>
  <Words>1919</Words>
  <Paragraphs>199</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2025-04-24T12:17:43Z</dcterms:created>
  <dc:creator>Srujan</dc:creator>
  <dc:description/>
  <dc:language>en-US</dc:language>
  <cp:lastModifiedBy/>
  <dcterms:modified xsi:type="dcterms:W3CDTF">2026-04-27T10:46:51Z</dcterms:modified>
  <cp:revision>20</cp:revision>
  <dc:subject/>
  <dc:title>Mini project presentation format.pptx</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2025-04-24T00:00:00Z</vt:filetime>
  </property>
  <property fmtid="{D5CDD505-2E9C-101B-9397-08002B2CF9AE}" pid="3" name="Creator">
    <vt:lpwstr>Google</vt:lpwstr>
  </property>
  <property fmtid="{D5CDD505-2E9C-101B-9397-08002B2CF9AE}" pid="4" name="LastSaved">
    <vt:filetime>2025-04-24T00:00:00Z</vt:filetime>
  </property>
  <property fmtid="{D5CDD505-2E9C-101B-9397-08002B2CF9AE}" pid="5" name="PresentationFormat">
    <vt:lpwstr>Widescreen</vt:lpwstr>
  </property>
  <property fmtid="{D5CDD505-2E9C-101B-9397-08002B2CF9AE}" pid="6" name="Slides">
    <vt:i4>18</vt:i4>
  </property>
</Properties>
</file>